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86" r:id="rId3"/>
    <p:sldId id="258" r:id="rId4"/>
    <p:sldId id="289" r:id="rId5"/>
    <p:sldId id="259" r:id="rId6"/>
    <p:sldId id="260" r:id="rId7"/>
    <p:sldId id="295" r:id="rId8"/>
    <p:sldId id="294" r:id="rId9"/>
    <p:sldId id="262" r:id="rId10"/>
    <p:sldId id="270" r:id="rId11"/>
    <p:sldId id="271" r:id="rId12"/>
    <p:sldId id="291" r:id="rId13"/>
    <p:sldId id="290" r:id="rId14"/>
    <p:sldId id="292" r:id="rId15"/>
    <p:sldId id="276" r:id="rId16"/>
    <p:sldId id="284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9636DA-F98D-4314-AB9D-6B65F4113DE4}" v="1020" dt="2026-05-12T00:20:11.2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895" autoAdjust="0"/>
  </p:normalViewPr>
  <p:slideViewPr>
    <p:cSldViewPr snapToGrid="0">
      <p:cViewPr varScale="1">
        <p:scale>
          <a:sx n="72" d="100"/>
          <a:sy n="72" d="100"/>
        </p:scale>
        <p:origin x="1027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a Brito" userId="ebeeb2bb69826346" providerId="LiveId" clId="{A7762C38-7CC1-46DE-9E9B-9C2096669CE4}"/>
    <pc:docChg chg="undo custSel addSld delSld modSld sldOrd">
      <pc:chgData name="Rafaela Brito" userId="ebeeb2bb69826346" providerId="LiveId" clId="{A7762C38-7CC1-46DE-9E9B-9C2096669CE4}" dt="2026-05-12T00:20:14.765" v="3135" actId="1076"/>
      <pc:docMkLst>
        <pc:docMk/>
      </pc:docMkLst>
      <pc:sldChg chg="modSp mod">
        <pc:chgData name="Rafaela Brito" userId="ebeeb2bb69826346" providerId="LiveId" clId="{A7762C38-7CC1-46DE-9E9B-9C2096669CE4}" dt="2026-05-08T03:43:25.253" v="2262" actId="1076"/>
        <pc:sldMkLst>
          <pc:docMk/>
          <pc:sldMk cId="2598433054" sldId="256"/>
        </pc:sldMkLst>
        <pc:spChg chg="mod">
          <ac:chgData name="Rafaela Brito" userId="ebeeb2bb69826346" providerId="LiveId" clId="{A7762C38-7CC1-46DE-9E9B-9C2096669CE4}" dt="2026-05-08T03:43:25.253" v="2262" actId="1076"/>
          <ac:spMkLst>
            <pc:docMk/>
            <pc:sldMk cId="2598433054" sldId="256"/>
            <ac:spMk id="5" creationId="{1F753481-111F-34BA-DE86-16821251E70D}"/>
          </ac:spMkLst>
        </pc:spChg>
        <pc:picChg chg="mod">
          <ac:chgData name="Rafaela Brito" userId="ebeeb2bb69826346" providerId="LiveId" clId="{A7762C38-7CC1-46DE-9E9B-9C2096669CE4}" dt="2026-05-08T03:42:49.961" v="2245" actId="1076"/>
          <ac:picMkLst>
            <pc:docMk/>
            <pc:sldMk cId="2598433054" sldId="256"/>
            <ac:picMk id="7" creationId="{6F534539-DFC3-B9DD-21DD-FCADF10B733F}"/>
          </ac:picMkLst>
        </pc:picChg>
      </pc:sldChg>
      <pc:sldChg chg="addSp delSp modSp mod modAnim">
        <pc:chgData name="Rafaela Brito" userId="ebeeb2bb69826346" providerId="LiveId" clId="{A7762C38-7CC1-46DE-9E9B-9C2096669CE4}" dt="2026-05-08T02:32:40.405" v="720" actId="14100"/>
        <pc:sldMkLst>
          <pc:docMk/>
          <pc:sldMk cId="1781494132" sldId="258"/>
        </pc:sldMkLst>
        <pc:spChg chg="mod">
          <ac:chgData name="Rafaela Brito" userId="ebeeb2bb69826346" providerId="LiveId" clId="{A7762C38-7CC1-46DE-9E9B-9C2096669CE4}" dt="2026-05-08T02:20:36.740" v="405" actId="20577"/>
          <ac:spMkLst>
            <pc:docMk/>
            <pc:sldMk cId="1781494132" sldId="258"/>
            <ac:spMk id="2" creationId="{6B03432E-C7EA-2925-2257-7F5B6D5A7327}"/>
          </ac:spMkLst>
        </pc:spChg>
        <pc:spChg chg="mod">
          <ac:chgData name="Rafaela Brito" userId="ebeeb2bb69826346" providerId="LiveId" clId="{A7762C38-7CC1-46DE-9E9B-9C2096669CE4}" dt="2026-05-08T02:31:11.814" v="707" actId="255"/>
          <ac:spMkLst>
            <pc:docMk/>
            <pc:sldMk cId="1781494132" sldId="258"/>
            <ac:spMk id="3" creationId="{D331FDC3-5CF1-C8C6-C3C1-82800DBC64EE}"/>
          </ac:spMkLst>
        </pc:spChg>
        <pc:spChg chg="add mod">
          <ac:chgData name="Rafaela Brito" userId="ebeeb2bb69826346" providerId="LiveId" clId="{A7762C38-7CC1-46DE-9E9B-9C2096669CE4}" dt="2026-05-08T02:32:40.405" v="720" actId="14100"/>
          <ac:spMkLst>
            <pc:docMk/>
            <pc:sldMk cId="1781494132" sldId="258"/>
            <ac:spMk id="4" creationId="{C5BDF6DA-78E2-E011-7617-1ABC4C9E71C9}"/>
          </ac:spMkLst>
        </pc:spChg>
        <pc:spChg chg="add mod">
          <ac:chgData name="Rafaela Brito" userId="ebeeb2bb69826346" providerId="LiveId" clId="{A7762C38-7CC1-46DE-9E9B-9C2096669CE4}" dt="2026-05-08T02:31:56.667" v="715" actId="14100"/>
          <ac:spMkLst>
            <pc:docMk/>
            <pc:sldMk cId="1781494132" sldId="258"/>
            <ac:spMk id="5" creationId="{3D9655DB-7B56-F876-1AEE-13F855C9E1B2}"/>
          </ac:spMkLst>
        </pc:spChg>
      </pc:sldChg>
      <pc:sldChg chg="addSp delSp modSp mod modAnim">
        <pc:chgData name="Rafaela Brito" userId="ebeeb2bb69826346" providerId="LiveId" clId="{A7762C38-7CC1-46DE-9E9B-9C2096669CE4}" dt="2026-05-08T02:46:07.426" v="1057" actId="1076"/>
        <pc:sldMkLst>
          <pc:docMk/>
          <pc:sldMk cId="1185839901" sldId="259"/>
        </pc:sldMkLst>
        <pc:spChg chg="mod">
          <ac:chgData name="Rafaela Brito" userId="ebeeb2bb69826346" providerId="LiveId" clId="{A7762C38-7CC1-46DE-9E9B-9C2096669CE4}" dt="2026-05-08T02:43:44.598" v="1021" actId="20577"/>
          <ac:spMkLst>
            <pc:docMk/>
            <pc:sldMk cId="1185839901" sldId="259"/>
            <ac:spMk id="2" creationId="{FA094429-135D-7700-D66B-25E7558FD11A}"/>
          </ac:spMkLst>
        </pc:spChg>
        <pc:spChg chg="mod">
          <ac:chgData name="Rafaela Brito" userId="ebeeb2bb69826346" providerId="LiveId" clId="{A7762C38-7CC1-46DE-9E9B-9C2096669CE4}" dt="2026-05-08T02:45:17.984" v="1051" actId="1076"/>
          <ac:spMkLst>
            <pc:docMk/>
            <pc:sldMk cId="1185839901" sldId="259"/>
            <ac:spMk id="3" creationId="{7E6BF7C2-78F6-FBAD-DDDF-82BD5AAB51E1}"/>
          </ac:spMkLst>
        </pc:spChg>
        <pc:spChg chg="add mod">
          <ac:chgData name="Rafaela Brito" userId="ebeeb2bb69826346" providerId="LiveId" clId="{A7762C38-7CC1-46DE-9E9B-9C2096669CE4}" dt="2026-05-08T02:45:56.984" v="1055" actId="1582"/>
          <ac:spMkLst>
            <pc:docMk/>
            <pc:sldMk cId="1185839901" sldId="259"/>
            <ac:spMk id="5" creationId="{186E1FCF-7E90-682B-9A12-31CC7823E4B7}"/>
          </ac:spMkLst>
        </pc:spChg>
        <pc:picChg chg="add mod">
          <ac:chgData name="Rafaela Brito" userId="ebeeb2bb69826346" providerId="LiveId" clId="{A7762C38-7CC1-46DE-9E9B-9C2096669CE4}" dt="2026-05-08T02:46:07.426" v="1057" actId="1076"/>
          <ac:picMkLst>
            <pc:docMk/>
            <pc:sldMk cId="1185839901" sldId="259"/>
            <ac:picMk id="4" creationId="{529D1ADA-A87C-44B5-171F-B6B1673367A8}"/>
          </ac:picMkLst>
        </pc:picChg>
      </pc:sldChg>
      <pc:sldChg chg="addSp delSp modSp mod modAnim">
        <pc:chgData name="Rafaela Brito" userId="ebeeb2bb69826346" providerId="LiveId" clId="{A7762C38-7CC1-46DE-9E9B-9C2096669CE4}" dt="2026-05-12T00:04:53.613" v="3007" actId="1076"/>
        <pc:sldMkLst>
          <pc:docMk/>
          <pc:sldMk cId="371735780" sldId="260"/>
        </pc:sldMkLst>
        <pc:spChg chg="mod">
          <ac:chgData name="Rafaela Brito" userId="ebeeb2bb69826346" providerId="LiveId" clId="{A7762C38-7CC1-46DE-9E9B-9C2096669CE4}" dt="2026-05-08T02:49:37.307" v="1116" actId="114"/>
          <ac:spMkLst>
            <pc:docMk/>
            <pc:sldMk cId="371735780" sldId="260"/>
            <ac:spMk id="2" creationId="{5CE0A492-6C29-07A0-B8F2-2C762AA78EEE}"/>
          </ac:spMkLst>
        </pc:spChg>
        <pc:spChg chg="mod">
          <ac:chgData name="Rafaela Brito" userId="ebeeb2bb69826346" providerId="LiveId" clId="{A7762C38-7CC1-46DE-9E9B-9C2096669CE4}" dt="2026-05-12T00:04:33.179" v="3000" actId="5793"/>
          <ac:spMkLst>
            <pc:docMk/>
            <pc:sldMk cId="371735780" sldId="260"/>
            <ac:spMk id="3" creationId="{ADAA8993-C3A2-2C60-9335-818A9D44AF99}"/>
          </ac:spMkLst>
        </pc:spChg>
        <pc:spChg chg="add mod">
          <ac:chgData name="Rafaela Brito" userId="ebeeb2bb69826346" providerId="LiveId" clId="{A7762C38-7CC1-46DE-9E9B-9C2096669CE4}" dt="2026-05-12T00:04:38.805" v="3002" actId="1076"/>
          <ac:spMkLst>
            <pc:docMk/>
            <pc:sldMk cId="371735780" sldId="260"/>
            <ac:spMk id="9" creationId="{8D6C56E8-B713-5435-1FA3-7FEA1059FEC1}"/>
          </ac:spMkLst>
        </pc:spChg>
        <pc:spChg chg="add mod">
          <ac:chgData name="Rafaela Brito" userId="ebeeb2bb69826346" providerId="LiveId" clId="{A7762C38-7CC1-46DE-9E9B-9C2096669CE4}" dt="2026-05-12T00:04:42.098" v="3003" actId="1076"/>
          <ac:spMkLst>
            <pc:docMk/>
            <pc:sldMk cId="371735780" sldId="260"/>
            <ac:spMk id="10" creationId="{21AEED68-0165-ACE5-2014-A89DF6F3B8FF}"/>
          </ac:spMkLst>
        </pc:spChg>
        <pc:picChg chg="add mod">
          <ac:chgData name="Rafaela Brito" userId="ebeeb2bb69826346" providerId="LiveId" clId="{A7762C38-7CC1-46DE-9E9B-9C2096669CE4}" dt="2026-05-12T00:04:53.613" v="3007" actId="1076"/>
          <ac:picMkLst>
            <pc:docMk/>
            <pc:sldMk cId="371735780" sldId="260"/>
            <ac:picMk id="4" creationId="{C63597D0-16B6-6006-2C55-C592376E22B5}"/>
          </ac:picMkLst>
        </pc:picChg>
        <pc:picChg chg="add del mod">
          <ac:chgData name="Rafaela Brito" userId="ebeeb2bb69826346" providerId="LiveId" clId="{A7762C38-7CC1-46DE-9E9B-9C2096669CE4}" dt="2026-05-12T00:02:36.554" v="2960" actId="478"/>
          <ac:picMkLst>
            <pc:docMk/>
            <pc:sldMk cId="371735780" sldId="260"/>
            <ac:picMk id="6" creationId="{71C3ADEA-29ED-C3CF-3926-73EEAFCE0AF1}"/>
          </ac:picMkLst>
        </pc:picChg>
        <pc:picChg chg="add del mod">
          <ac:chgData name="Rafaela Brito" userId="ebeeb2bb69826346" providerId="LiveId" clId="{A7762C38-7CC1-46DE-9E9B-9C2096669CE4}" dt="2026-05-11T21:13:38.714" v="2393" actId="478"/>
          <ac:picMkLst>
            <pc:docMk/>
            <pc:sldMk cId="371735780" sldId="260"/>
            <ac:picMk id="8" creationId="{4F08D3E8-404B-23A1-ECC0-4870998747A3}"/>
          </ac:picMkLst>
        </pc:picChg>
      </pc:sldChg>
      <pc:sldChg chg="addSp delSp modSp mod ord modAnim">
        <pc:chgData name="Rafaela Brito" userId="ebeeb2bb69826346" providerId="LiveId" clId="{A7762C38-7CC1-46DE-9E9B-9C2096669CE4}" dt="2026-05-11T23:18:28.413" v="2897" actId="113"/>
        <pc:sldMkLst>
          <pc:docMk/>
          <pc:sldMk cId="155273071" sldId="262"/>
        </pc:sldMkLst>
        <pc:spChg chg="mod">
          <ac:chgData name="Rafaela Brito" userId="ebeeb2bb69826346" providerId="LiveId" clId="{A7762C38-7CC1-46DE-9E9B-9C2096669CE4}" dt="2026-05-08T02:55:46.782" v="1271" actId="20577"/>
          <ac:spMkLst>
            <pc:docMk/>
            <pc:sldMk cId="155273071" sldId="262"/>
            <ac:spMk id="2" creationId="{FD896F03-EC94-9413-0903-F2856B854D89}"/>
          </ac:spMkLst>
        </pc:spChg>
        <pc:spChg chg="mod">
          <ac:chgData name="Rafaela Brito" userId="ebeeb2bb69826346" providerId="LiveId" clId="{A7762C38-7CC1-46DE-9E9B-9C2096669CE4}" dt="2026-05-11T23:12:38.666" v="2826" actId="14100"/>
          <ac:spMkLst>
            <pc:docMk/>
            <pc:sldMk cId="155273071" sldId="262"/>
            <ac:spMk id="3" creationId="{4BC5541B-93AB-E389-EFBD-944505B35B78}"/>
          </ac:spMkLst>
        </pc:spChg>
        <pc:spChg chg="add mod">
          <ac:chgData name="Rafaela Brito" userId="ebeeb2bb69826346" providerId="LiveId" clId="{A7762C38-7CC1-46DE-9E9B-9C2096669CE4}" dt="2026-05-11T23:18:28.413" v="2897" actId="113"/>
          <ac:spMkLst>
            <pc:docMk/>
            <pc:sldMk cId="155273071" sldId="262"/>
            <ac:spMk id="7" creationId="{7827290F-CB71-B339-1BF3-DA6908553339}"/>
          </ac:spMkLst>
        </pc:spChg>
        <pc:spChg chg="add mod">
          <ac:chgData name="Rafaela Brito" userId="ebeeb2bb69826346" providerId="LiveId" clId="{A7762C38-7CC1-46DE-9E9B-9C2096669CE4}" dt="2026-05-11T23:15:26.930" v="2859" actId="1076"/>
          <ac:spMkLst>
            <pc:docMk/>
            <pc:sldMk cId="155273071" sldId="262"/>
            <ac:spMk id="13" creationId="{0940C16C-A3D7-979B-2477-FCC03A1A0712}"/>
          </ac:spMkLst>
        </pc:spChg>
        <pc:spChg chg="add mod">
          <ac:chgData name="Rafaela Brito" userId="ebeeb2bb69826346" providerId="LiveId" clId="{A7762C38-7CC1-46DE-9E9B-9C2096669CE4}" dt="2026-05-11T23:15:32.029" v="2861" actId="1076"/>
          <ac:spMkLst>
            <pc:docMk/>
            <pc:sldMk cId="155273071" sldId="262"/>
            <ac:spMk id="15" creationId="{4AE4D118-6EBA-18C0-484B-0DB39A98C430}"/>
          </ac:spMkLst>
        </pc:spChg>
        <pc:spChg chg="add del">
          <ac:chgData name="Rafaela Brito" userId="ebeeb2bb69826346" providerId="LiveId" clId="{A7762C38-7CC1-46DE-9E9B-9C2096669CE4}" dt="2026-05-11T23:15:22.785" v="2858" actId="478"/>
          <ac:spMkLst>
            <pc:docMk/>
            <pc:sldMk cId="155273071" sldId="262"/>
            <ac:spMk id="17" creationId="{8288D86E-794B-D733-515D-4BE77EC70687}"/>
          </ac:spMkLst>
        </pc:spChg>
        <pc:spChg chg="add mod">
          <ac:chgData name="Rafaela Brito" userId="ebeeb2bb69826346" providerId="LiveId" clId="{A7762C38-7CC1-46DE-9E9B-9C2096669CE4}" dt="2026-05-11T23:17:34.850" v="2887" actId="1076"/>
          <ac:spMkLst>
            <pc:docMk/>
            <pc:sldMk cId="155273071" sldId="262"/>
            <ac:spMk id="19" creationId="{D9538E4C-C0BF-F5FD-0BF6-CD010FC929EF}"/>
          </ac:spMkLst>
        </pc:spChg>
        <pc:spChg chg="add mod">
          <ac:chgData name="Rafaela Brito" userId="ebeeb2bb69826346" providerId="LiveId" clId="{A7762C38-7CC1-46DE-9E9B-9C2096669CE4}" dt="2026-05-11T23:17:54.497" v="2893" actId="1076"/>
          <ac:spMkLst>
            <pc:docMk/>
            <pc:sldMk cId="155273071" sldId="262"/>
            <ac:spMk id="24" creationId="{A1BF5D40-4C0F-A29E-5958-0844356BEFEB}"/>
          </ac:spMkLst>
        </pc:spChg>
        <pc:spChg chg="add del">
          <ac:chgData name="Rafaela Brito" userId="ebeeb2bb69826346" providerId="LiveId" clId="{A7762C38-7CC1-46DE-9E9B-9C2096669CE4}" dt="2026-05-11T23:18:18.137" v="2896" actId="478"/>
          <ac:spMkLst>
            <pc:docMk/>
            <pc:sldMk cId="155273071" sldId="262"/>
            <ac:spMk id="25" creationId="{F2C23B00-3AF0-ACE3-3371-BA664DC0FFE6}"/>
          </ac:spMkLst>
        </pc:spChg>
        <pc:picChg chg="add mod">
          <ac:chgData name="Rafaela Brito" userId="ebeeb2bb69826346" providerId="LiveId" clId="{A7762C38-7CC1-46DE-9E9B-9C2096669CE4}" dt="2026-05-11T23:12:31.356" v="2824" actId="1076"/>
          <ac:picMkLst>
            <pc:docMk/>
            <pc:sldMk cId="155273071" sldId="262"/>
            <ac:picMk id="5" creationId="{81A238F7-0779-5667-B0ED-2F0E69BB447F}"/>
          </ac:picMkLst>
        </pc:picChg>
        <pc:picChg chg="add del mod">
          <ac:chgData name="Rafaela Brito" userId="ebeeb2bb69826346" providerId="LiveId" clId="{A7762C38-7CC1-46DE-9E9B-9C2096669CE4}" dt="2026-05-11T23:16:49.588" v="2877" actId="478"/>
          <ac:picMkLst>
            <pc:docMk/>
            <pc:sldMk cId="155273071" sldId="262"/>
            <ac:picMk id="9" creationId="{FAB6B56C-81E7-63AA-98D6-3B292EEC9261}"/>
          </ac:picMkLst>
        </pc:picChg>
        <pc:picChg chg="add mod">
          <ac:chgData name="Rafaela Brito" userId="ebeeb2bb69826346" providerId="LiveId" clId="{A7762C38-7CC1-46DE-9E9B-9C2096669CE4}" dt="2026-05-11T23:15:35.099" v="2862" actId="1076"/>
          <ac:picMkLst>
            <pc:docMk/>
            <pc:sldMk cId="155273071" sldId="262"/>
            <ac:picMk id="11" creationId="{1EA1DDBD-72BA-63DB-79C4-0C5A22372554}"/>
          </ac:picMkLst>
        </pc:picChg>
        <pc:picChg chg="add del mod">
          <ac:chgData name="Rafaela Brito" userId="ebeeb2bb69826346" providerId="LiveId" clId="{A7762C38-7CC1-46DE-9E9B-9C2096669CE4}" dt="2026-05-11T23:16:47.503" v="2876" actId="21"/>
          <ac:picMkLst>
            <pc:docMk/>
            <pc:sldMk cId="155273071" sldId="262"/>
            <ac:picMk id="21" creationId="{38BEFFDA-ACE8-68FC-37CF-3636E0DB387F}"/>
          </ac:picMkLst>
        </pc:picChg>
        <pc:picChg chg="add mod">
          <ac:chgData name="Rafaela Brito" userId="ebeeb2bb69826346" providerId="LiveId" clId="{A7762C38-7CC1-46DE-9E9B-9C2096669CE4}" dt="2026-05-11T23:17:18.616" v="2882" actId="14100"/>
          <ac:picMkLst>
            <pc:docMk/>
            <pc:sldMk cId="155273071" sldId="262"/>
            <ac:picMk id="23" creationId="{E66EE98E-E62E-CE23-073C-6912E9478AC6}"/>
          </ac:picMkLst>
        </pc:picChg>
      </pc:sldChg>
      <pc:sldChg chg="delSp modSp del mod delAnim">
        <pc:chgData name="Rafaela Brito" userId="ebeeb2bb69826346" providerId="LiveId" clId="{A7762C38-7CC1-46DE-9E9B-9C2096669CE4}" dt="2026-05-11T23:18:56.232" v="2902" actId="47"/>
        <pc:sldMkLst>
          <pc:docMk/>
          <pc:sldMk cId="933519734" sldId="268"/>
        </pc:sldMkLst>
        <pc:spChg chg="mod">
          <ac:chgData name="Rafaela Brito" userId="ebeeb2bb69826346" providerId="LiveId" clId="{A7762C38-7CC1-46DE-9E9B-9C2096669CE4}" dt="2026-05-11T23:18:50.179" v="2901" actId="1076"/>
          <ac:spMkLst>
            <pc:docMk/>
            <pc:sldMk cId="933519734" sldId="268"/>
            <ac:spMk id="2" creationId="{8E522392-9A56-B8AC-3C89-29CB89E3ED55}"/>
          </ac:spMkLst>
        </pc:spChg>
      </pc:sldChg>
      <pc:sldChg chg="delSp modSp mod delAnim">
        <pc:chgData name="Rafaela Brito" userId="ebeeb2bb69826346" providerId="LiveId" clId="{A7762C38-7CC1-46DE-9E9B-9C2096669CE4}" dt="2026-05-11T23:19:10.398" v="2908" actId="1076"/>
        <pc:sldMkLst>
          <pc:docMk/>
          <pc:sldMk cId="713520710" sldId="270"/>
        </pc:sldMkLst>
        <pc:spChg chg="mod">
          <ac:chgData name="Rafaela Brito" userId="ebeeb2bb69826346" providerId="LiveId" clId="{A7762C38-7CC1-46DE-9E9B-9C2096669CE4}" dt="2026-05-11T23:19:10.398" v="2908" actId="1076"/>
          <ac:spMkLst>
            <pc:docMk/>
            <pc:sldMk cId="713520710" sldId="270"/>
            <ac:spMk id="2" creationId="{A6AAA74D-8795-D341-16F5-953CE8965444}"/>
          </ac:spMkLst>
        </pc:spChg>
        <pc:spChg chg="del mod">
          <ac:chgData name="Rafaela Brito" userId="ebeeb2bb69826346" providerId="LiveId" clId="{A7762C38-7CC1-46DE-9E9B-9C2096669CE4}" dt="2026-05-11T23:18:58.706" v="2903" actId="478"/>
          <ac:spMkLst>
            <pc:docMk/>
            <pc:sldMk cId="713520710" sldId="270"/>
            <ac:spMk id="3" creationId="{70F63517-19BC-AC92-71FC-855D7C09214B}"/>
          </ac:spMkLst>
        </pc:spChg>
      </pc:sldChg>
      <pc:sldChg chg="delSp modSp mod">
        <pc:chgData name="Rafaela Brito" userId="ebeeb2bb69826346" providerId="LiveId" clId="{A7762C38-7CC1-46DE-9E9B-9C2096669CE4}" dt="2026-05-08T03:14:41.651" v="1836" actId="20577"/>
        <pc:sldMkLst>
          <pc:docMk/>
          <pc:sldMk cId="1260158327" sldId="271"/>
        </pc:sldMkLst>
        <pc:spChg chg="mod">
          <ac:chgData name="Rafaela Brito" userId="ebeeb2bb69826346" providerId="LiveId" clId="{A7762C38-7CC1-46DE-9E9B-9C2096669CE4}" dt="2026-05-08T03:09:41.738" v="1648" actId="20577"/>
          <ac:spMkLst>
            <pc:docMk/>
            <pc:sldMk cId="1260158327" sldId="271"/>
            <ac:spMk id="2" creationId="{75F2526D-A9EF-1B92-E645-24AB6E14644F}"/>
          </ac:spMkLst>
        </pc:spChg>
        <pc:spChg chg="mod">
          <ac:chgData name="Rafaela Brito" userId="ebeeb2bb69826346" providerId="LiveId" clId="{A7762C38-7CC1-46DE-9E9B-9C2096669CE4}" dt="2026-05-08T03:14:41.651" v="1836" actId="20577"/>
          <ac:spMkLst>
            <pc:docMk/>
            <pc:sldMk cId="1260158327" sldId="271"/>
            <ac:spMk id="3" creationId="{390048E2-DFF2-6DFA-1DCC-9CC67D95F10E}"/>
          </ac:spMkLst>
        </pc:spChg>
      </pc:sldChg>
      <pc:sldChg chg="delSp modSp mod">
        <pc:chgData name="Rafaela Brito" userId="ebeeb2bb69826346" providerId="LiveId" clId="{A7762C38-7CC1-46DE-9E9B-9C2096669CE4}" dt="2026-05-11T23:19:38.736" v="2913" actId="122"/>
        <pc:sldMkLst>
          <pc:docMk/>
          <pc:sldMk cId="2077249153" sldId="276"/>
        </pc:sldMkLst>
        <pc:spChg chg="mod">
          <ac:chgData name="Rafaela Brito" userId="ebeeb2bb69826346" providerId="LiveId" clId="{A7762C38-7CC1-46DE-9E9B-9C2096669CE4}" dt="2026-05-11T23:19:38.736" v="2913" actId="122"/>
          <ac:spMkLst>
            <pc:docMk/>
            <pc:sldMk cId="2077249153" sldId="276"/>
            <ac:spMk id="2" creationId="{1C001FFB-0AC5-33B0-8EFE-A3B059950083}"/>
          </ac:spMkLst>
        </pc:spChg>
        <pc:spChg chg="del mod">
          <ac:chgData name="Rafaela Brito" userId="ebeeb2bb69826346" providerId="LiveId" clId="{A7762C38-7CC1-46DE-9E9B-9C2096669CE4}" dt="2026-05-11T23:19:27.545" v="2909" actId="478"/>
          <ac:spMkLst>
            <pc:docMk/>
            <pc:sldMk cId="2077249153" sldId="276"/>
            <ac:spMk id="3" creationId="{9F77E549-CA9B-624B-622B-7AF949783835}"/>
          </ac:spMkLst>
        </pc:spChg>
      </pc:sldChg>
      <pc:sldChg chg="delSp modSp mod">
        <pc:chgData name="Rafaela Brito" userId="ebeeb2bb69826346" providerId="LiveId" clId="{A7762C38-7CC1-46DE-9E9B-9C2096669CE4}" dt="2026-05-08T03:35:19.522" v="2146" actId="20577"/>
        <pc:sldMkLst>
          <pc:docMk/>
          <pc:sldMk cId="279112429" sldId="284"/>
        </pc:sldMkLst>
        <pc:spChg chg="mod">
          <ac:chgData name="Rafaela Brito" userId="ebeeb2bb69826346" providerId="LiveId" clId="{A7762C38-7CC1-46DE-9E9B-9C2096669CE4}" dt="2026-05-08T03:35:19.522" v="2146" actId="20577"/>
          <ac:spMkLst>
            <pc:docMk/>
            <pc:sldMk cId="279112429" sldId="284"/>
            <ac:spMk id="2" creationId="{5145F1F2-89B5-E3C6-236F-EC9D47BDB8ED}"/>
          </ac:spMkLst>
        </pc:spChg>
      </pc:sldChg>
      <pc:sldChg chg="addSp delSp modSp mod">
        <pc:chgData name="Rafaela Brito" userId="ebeeb2bb69826346" providerId="LiveId" clId="{A7762C38-7CC1-46DE-9E9B-9C2096669CE4}" dt="2026-05-11T20:25:26.181" v="2358" actId="20577"/>
        <pc:sldMkLst>
          <pc:docMk/>
          <pc:sldMk cId="114601100" sldId="286"/>
        </pc:sldMkLst>
        <pc:spChg chg="mod">
          <ac:chgData name="Rafaela Brito" userId="ebeeb2bb69826346" providerId="LiveId" clId="{A7762C38-7CC1-46DE-9E9B-9C2096669CE4}" dt="2026-05-11T20:17:31.221" v="2308" actId="404"/>
          <ac:spMkLst>
            <pc:docMk/>
            <pc:sldMk cId="114601100" sldId="286"/>
            <ac:spMk id="2" creationId="{1A1122CD-9BB5-AAF0-7E7A-69B847A3DDB1}"/>
          </ac:spMkLst>
        </pc:spChg>
        <pc:spChg chg="mod ord">
          <ac:chgData name="Rafaela Brito" userId="ebeeb2bb69826346" providerId="LiveId" clId="{A7762C38-7CC1-46DE-9E9B-9C2096669CE4}" dt="2026-05-11T20:25:26.181" v="2358" actId="20577"/>
          <ac:spMkLst>
            <pc:docMk/>
            <pc:sldMk cId="114601100" sldId="286"/>
            <ac:spMk id="3" creationId="{A6AF2A54-114B-CBDE-A41F-4CA39D0D1C9A}"/>
          </ac:spMkLst>
        </pc:spChg>
        <pc:spChg chg="add">
          <ac:chgData name="Rafaela Brito" userId="ebeeb2bb69826346" providerId="LiveId" clId="{A7762C38-7CC1-46DE-9E9B-9C2096669CE4}" dt="2026-05-08T02:19:01.723" v="342" actId="26606"/>
          <ac:spMkLst>
            <pc:docMk/>
            <pc:sldMk cId="114601100" sldId="286"/>
            <ac:spMk id="3110" creationId="{2C61293E-6EBE-43EF-A52C-9BEBFD7679D4}"/>
          </ac:spMkLst>
        </pc:spChg>
        <pc:spChg chg="add">
          <ac:chgData name="Rafaela Brito" userId="ebeeb2bb69826346" providerId="LiveId" clId="{A7762C38-7CC1-46DE-9E9B-9C2096669CE4}" dt="2026-05-08T02:19:01.723" v="342" actId="26606"/>
          <ac:spMkLst>
            <pc:docMk/>
            <pc:sldMk cId="114601100" sldId="286"/>
            <ac:spMk id="3112" creationId="{21540236-BFD5-4A9D-8840-4703E7F76825}"/>
          </ac:spMkLst>
        </pc:spChg>
        <pc:picChg chg="add mod">
          <ac:chgData name="Rafaela Brito" userId="ebeeb2bb69826346" providerId="LiveId" clId="{A7762C38-7CC1-46DE-9E9B-9C2096669CE4}" dt="2026-05-08T02:19:01.723" v="342" actId="26606"/>
          <ac:picMkLst>
            <pc:docMk/>
            <pc:sldMk cId="114601100" sldId="286"/>
            <ac:picMk id="7" creationId="{92C31393-39FC-8F1D-64FC-E810CC39D33D}"/>
          </ac:picMkLst>
        </pc:picChg>
      </pc:sldChg>
      <pc:sldChg chg="modSp add mod modAnim">
        <pc:chgData name="Rafaela Brito" userId="ebeeb2bb69826346" providerId="LiveId" clId="{A7762C38-7CC1-46DE-9E9B-9C2096669CE4}" dt="2026-05-08T02:42:56.903" v="982"/>
        <pc:sldMkLst>
          <pc:docMk/>
          <pc:sldMk cId="1671772682" sldId="289"/>
        </pc:sldMkLst>
        <pc:spChg chg="mod">
          <ac:chgData name="Rafaela Brito" userId="ebeeb2bb69826346" providerId="LiveId" clId="{A7762C38-7CC1-46DE-9E9B-9C2096669CE4}" dt="2026-05-08T02:42:15.350" v="974" actId="255"/>
          <ac:spMkLst>
            <pc:docMk/>
            <pc:sldMk cId="1671772682" sldId="289"/>
            <ac:spMk id="3" creationId="{31131FA6-5CC8-3A57-0FAC-0FF857614FA1}"/>
          </ac:spMkLst>
        </pc:spChg>
        <pc:spChg chg="mod">
          <ac:chgData name="Rafaela Brito" userId="ebeeb2bb69826346" providerId="LiveId" clId="{A7762C38-7CC1-46DE-9E9B-9C2096669CE4}" dt="2026-05-08T02:42:40.542" v="981" actId="14100"/>
          <ac:spMkLst>
            <pc:docMk/>
            <pc:sldMk cId="1671772682" sldId="289"/>
            <ac:spMk id="4" creationId="{09CAE1B9-E04C-8386-3613-F477399A4B0D}"/>
          </ac:spMkLst>
        </pc:spChg>
        <pc:spChg chg="mod">
          <ac:chgData name="Rafaela Brito" userId="ebeeb2bb69826346" providerId="LiveId" clId="{A7762C38-7CC1-46DE-9E9B-9C2096669CE4}" dt="2026-05-08T02:42:25.815" v="977" actId="14100"/>
          <ac:spMkLst>
            <pc:docMk/>
            <pc:sldMk cId="1671772682" sldId="289"/>
            <ac:spMk id="5" creationId="{1DBA17E5-5F6A-1D72-CC7C-CBA008FAA35D}"/>
          </ac:spMkLst>
        </pc:spChg>
      </pc:sldChg>
      <pc:sldChg chg="addSp delSp modSp add mod ord delAnim modAnim">
        <pc:chgData name="Rafaela Brito" userId="ebeeb2bb69826346" providerId="LiveId" clId="{A7762C38-7CC1-46DE-9E9B-9C2096669CE4}" dt="2026-05-08T03:33:06.662" v="2049" actId="14100"/>
        <pc:sldMkLst>
          <pc:docMk/>
          <pc:sldMk cId="3049667869" sldId="290"/>
        </pc:sldMkLst>
        <pc:spChg chg="mod">
          <ac:chgData name="Rafaela Brito" userId="ebeeb2bb69826346" providerId="LiveId" clId="{A7762C38-7CC1-46DE-9E9B-9C2096669CE4}" dt="2026-05-08T03:32:50.846" v="2047" actId="14100"/>
          <ac:spMkLst>
            <pc:docMk/>
            <pc:sldMk cId="3049667869" sldId="290"/>
            <ac:spMk id="5" creationId="{A13FFD84-10BB-EA2E-05B0-7BE22269BB72}"/>
          </ac:spMkLst>
        </pc:spChg>
        <pc:spChg chg="add mod">
          <ac:chgData name="Rafaela Brito" userId="ebeeb2bb69826346" providerId="LiveId" clId="{A7762C38-7CC1-46DE-9E9B-9C2096669CE4}" dt="2026-05-08T03:33:06.662" v="2049" actId="14100"/>
          <ac:spMkLst>
            <pc:docMk/>
            <pc:sldMk cId="3049667869" sldId="290"/>
            <ac:spMk id="6" creationId="{1796DA5A-6680-3578-8586-5771589A3367}"/>
          </ac:spMkLst>
        </pc:spChg>
        <pc:picChg chg="add mod">
          <ac:chgData name="Rafaela Brito" userId="ebeeb2bb69826346" providerId="LiveId" clId="{A7762C38-7CC1-46DE-9E9B-9C2096669CE4}" dt="2026-05-08T03:31:43.850" v="2036" actId="1076"/>
          <ac:picMkLst>
            <pc:docMk/>
            <pc:sldMk cId="3049667869" sldId="290"/>
            <ac:picMk id="9" creationId="{C02C967D-28DD-37DE-A730-1F13F2A9C59A}"/>
          </ac:picMkLst>
        </pc:picChg>
      </pc:sldChg>
      <pc:sldChg chg="delSp modSp add mod">
        <pc:chgData name="Rafaela Brito" userId="ebeeb2bb69826346" providerId="LiveId" clId="{A7762C38-7CC1-46DE-9E9B-9C2096669CE4}" dt="2026-05-08T03:26:47.100" v="1959" actId="1076"/>
        <pc:sldMkLst>
          <pc:docMk/>
          <pc:sldMk cId="1049406535" sldId="291"/>
        </pc:sldMkLst>
        <pc:spChg chg="mod">
          <ac:chgData name="Rafaela Brito" userId="ebeeb2bb69826346" providerId="LiveId" clId="{A7762C38-7CC1-46DE-9E9B-9C2096669CE4}" dt="2026-05-08T03:26:39.928" v="1957" actId="14100"/>
          <ac:spMkLst>
            <pc:docMk/>
            <pc:sldMk cId="1049406535" sldId="291"/>
            <ac:spMk id="3" creationId="{87EF9A45-A723-77A6-9C8D-1EA3E23FC92E}"/>
          </ac:spMkLst>
        </pc:spChg>
        <pc:spChg chg="mod">
          <ac:chgData name="Rafaela Brito" userId="ebeeb2bb69826346" providerId="LiveId" clId="{A7762C38-7CC1-46DE-9E9B-9C2096669CE4}" dt="2026-05-08T03:26:43.682" v="1958" actId="1076"/>
          <ac:spMkLst>
            <pc:docMk/>
            <pc:sldMk cId="1049406535" sldId="291"/>
            <ac:spMk id="4" creationId="{BF1C21F4-3769-EBA2-0FB7-B683D7619F63}"/>
          </ac:spMkLst>
        </pc:spChg>
        <pc:spChg chg="mod">
          <ac:chgData name="Rafaela Brito" userId="ebeeb2bb69826346" providerId="LiveId" clId="{A7762C38-7CC1-46DE-9E9B-9C2096669CE4}" dt="2026-05-08T03:26:47.100" v="1959" actId="1076"/>
          <ac:spMkLst>
            <pc:docMk/>
            <pc:sldMk cId="1049406535" sldId="291"/>
            <ac:spMk id="5" creationId="{075A4F3A-35F1-F0CD-73F6-CF1A8543A051}"/>
          </ac:spMkLst>
        </pc:spChg>
      </pc:sldChg>
      <pc:sldChg chg="addSp delSp modSp add mod ord">
        <pc:chgData name="Rafaela Brito" userId="ebeeb2bb69826346" providerId="LiveId" clId="{A7762C38-7CC1-46DE-9E9B-9C2096669CE4}" dt="2026-05-12T00:20:14.765" v="3135" actId="1076"/>
        <pc:sldMkLst>
          <pc:docMk/>
          <pc:sldMk cId="809183155" sldId="292"/>
        </pc:sldMkLst>
        <pc:spChg chg="mod">
          <ac:chgData name="Rafaela Brito" userId="ebeeb2bb69826346" providerId="LiveId" clId="{A7762C38-7CC1-46DE-9E9B-9C2096669CE4}" dt="2026-05-08T03:36:16.277" v="2150" actId="26606"/>
          <ac:spMkLst>
            <pc:docMk/>
            <pc:sldMk cId="809183155" sldId="292"/>
            <ac:spMk id="2" creationId="{0243EC76-3828-879A-5B31-E64A2CEF1A33}"/>
          </ac:spMkLst>
        </pc:spChg>
        <pc:spChg chg="add">
          <ac:chgData name="Rafaela Brito" userId="ebeeb2bb69826346" providerId="LiveId" clId="{A7762C38-7CC1-46DE-9E9B-9C2096669CE4}" dt="2026-05-08T03:36:16.277" v="2150" actId="26606"/>
          <ac:spMkLst>
            <pc:docMk/>
            <pc:sldMk cId="809183155" sldId="292"/>
            <ac:spMk id="6169" creationId="{35DB3719-6FDC-4E5D-891D-FF40B7300F64}"/>
          </ac:spMkLst>
        </pc:spChg>
        <pc:spChg chg="add">
          <ac:chgData name="Rafaela Brito" userId="ebeeb2bb69826346" providerId="LiveId" clId="{A7762C38-7CC1-46DE-9E9B-9C2096669CE4}" dt="2026-05-08T03:36:16.277" v="2150" actId="26606"/>
          <ac:spMkLst>
            <pc:docMk/>
            <pc:sldMk cId="809183155" sldId="292"/>
            <ac:spMk id="6170" creationId="{E0CBAC23-2E3F-4A90-BA59-F8299F6A5439}"/>
          </ac:spMkLst>
        </pc:spChg>
        <pc:graphicFrameChg chg="add mod modGraphic">
          <ac:chgData name="Rafaela Brito" userId="ebeeb2bb69826346" providerId="LiveId" clId="{A7762C38-7CC1-46DE-9E9B-9C2096669CE4}" dt="2026-05-12T00:20:14.765" v="3135" actId="1076"/>
          <ac:graphicFrameMkLst>
            <pc:docMk/>
            <pc:sldMk cId="809183155" sldId="292"/>
            <ac:graphicFrameMk id="4" creationId="{1A6C818F-844D-3D20-E373-4E744809AB3C}"/>
          </ac:graphicFrameMkLst>
        </pc:graphicFrameChg>
        <pc:picChg chg="add mod">
          <ac:chgData name="Rafaela Brito" userId="ebeeb2bb69826346" providerId="LiveId" clId="{A7762C38-7CC1-46DE-9E9B-9C2096669CE4}" dt="2026-05-12T00:19:56.034" v="3133" actId="14100"/>
          <ac:picMkLst>
            <pc:docMk/>
            <pc:sldMk cId="809183155" sldId="292"/>
            <ac:picMk id="3" creationId="{083BCC36-9D03-7A54-7FAE-F53E8D264659}"/>
          </ac:picMkLst>
        </pc:picChg>
      </pc:sldChg>
      <pc:sldChg chg="addSp delSp modSp add del mod">
        <pc:chgData name="Rafaela Brito" userId="ebeeb2bb69826346" providerId="LiveId" clId="{A7762C38-7CC1-46DE-9E9B-9C2096669CE4}" dt="2026-05-11T23:19:42.897" v="2914" actId="47"/>
        <pc:sldMkLst>
          <pc:docMk/>
          <pc:sldMk cId="958590622" sldId="293"/>
        </pc:sldMkLst>
      </pc:sldChg>
      <pc:sldChg chg="addSp delSp modSp add mod modAnim">
        <pc:chgData name="Rafaela Brito" userId="ebeeb2bb69826346" providerId="LiveId" clId="{A7762C38-7CC1-46DE-9E9B-9C2096669CE4}" dt="2026-05-11T23:09:51.463" v="2751" actId="14100"/>
        <pc:sldMkLst>
          <pc:docMk/>
          <pc:sldMk cId="3453915917" sldId="294"/>
        </pc:sldMkLst>
        <pc:spChg chg="mod">
          <ac:chgData name="Rafaela Brito" userId="ebeeb2bb69826346" providerId="LiveId" clId="{A7762C38-7CC1-46DE-9E9B-9C2096669CE4}" dt="2026-05-11T23:09:32.114" v="2740" actId="20577"/>
          <ac:spMkLst>
            <pc:docMk/>
            <pc:sldMk cId="3453915917" sldId="294"/>
            <ac:spMk id="3" creationId="{66C8442F-A8B1-E133-AEE1-DAA13D096E6F}"/>
          </ac:spMkLst>
        </pc:spChg>
        <pc:spChg chg="add mod">
          <ac:chgData name="Rafaela Brito" userId="ebeeb2bb69826346" providerId="LiveId" clId="{A7762C38-7CC1-46DE-9E9B-9C2096669CE4}" dt="2026-05-11T23:09:44.384" v="2750" actId="20577"/>
          <ac:spMkLst>
            <pc:docMk/>
            <pc:sldMk cId="3453915917" sldId="294"/>
            <ac:spMk id="7" creationId="{9685FFDD-1310-8298-5165-5CBE66523E4F}"/>
          </ac:spMkLst>
        </pc:spChg>
        <pc:spChg chg="add del mod">
          <ac:chgData name="Rafaela Brito" userId="ebeeb2bb69826346" providerId="LiveId" clId="{A7762C38-7CC1-46DE-9E9B-9C2096669CE4}" dt="2026-05-11T23:03:15.592" v="2654"/>
          <ac:spMkLst>
            <pc:docMk/>
            <pc:sldMk cId="3453915917" sldId="294"/>
            <ac:spMk id="21" creationId="{5CF25766-1C8B-4998-F665-1B4676BC4BED}"/>
          </ac:spMkLst>
        </pc:spChg>
        <pc:spChg chg="add mod">
          <ac:chgData name="Rafaela Brito" userId="ebeeb2bb69826346" providerId="LiveId" clId="{A7762C38-7CC1-46DE-9E9B-9C2096669CE4}" dt="2026-05-11T23:04:14.657" v="2690" actId="1076"/>
          <ac:spMkLst>
            <pc:docMk/>
            <pc:sldMk cId="3453915917" sldId="294"/>
            <ac:spMk id="22" creationId="{380A2AEE-0389-C2B6-8BDA-2CDCE556663B}"/>
          </ac:spMkLst>
        </pc:spChg>
        <pc:spChg chg="add mod">
          <ac:chgData name="Rafaela Brito" userId="ebeeb2bb69826346" providerId="LiveId" clId="{A7762C38-7CC1-46DE-9E9B-9C2096669CE4}" dt="2026-05-11T23:05:01.477" v="2713" actId="1076"/>
          <ac:spMkLst>
            <pc:docMk/>
            <pc:sldMk cId="3453915917" sldId="294"/>
            <ac:spMk id="23" creationId="{46B1CCB4-60DA-DDB4-5FE4-935EB9D87BD6}"/>
          </ac:spMkLst>
        </pc:spChg>
        <pc:spChg chg="add mod">
          <ac:chgData name="Rafaela Brito" userId="ebeeb2bb69826346" providerId="LiveId" clId="{A7762C38-7CC1-46DE-9E9B-9C2096669CE4}" dt="2026-05-11T23:09:51.463" v="2751" actId="14100"/>
          <ac:spMkLst>
            <pc:docMk/>
            <pc:sldMk cId="3453915917" sldId="294"/>
            <ac:spMk id="24" creationId="{2A631868-44CE-EC76-CC68-8487B68392E6}"/>
          </ac:spMkLst>
        </pc:spChg>
        <pc:picChg chg="add del mod">
          <ac:chgData name="Rafaela Brito" userId="ebeeb2bb69826346" providerId="LiveId" clId="{A7762C38-7CC1-46DE-9E9B-9C2096669CE4}" dt="2026-05-11T22:57:15.275" v="2617" actId="478"/>
          <ac:picMkLst>
            <pc:docMk/>
            <pc:sldMk cId="3453915917" sldId="294"/>
            <ac:picMk id="5" creationId="{48D714BA-8A57-0981-84A4-A75DC0673305}"/>
          </ac:picMkLst>
        </pc:picChg>
        <pc:picChg chg="add del mod">
          <ac:chgData name="Rafaela Brito" userId="ebeeb2bb69826346" providerId="LiveId" clId="{A7762C38-7CC1-46DE-9E9B-9C2096669CE4}" dt="2026-05-11T22:57:15.897" v="2618" actId="478"/>
          <ac:picMkLst>
            <pc:docMk/>
            <pc:sldMk cId="3453915917" sldId="294"/>
            <ac:picMk id="9" creationId="{D2AABFCF-98CE-0870-AD6C-B6F066EFCA01}"/>
          </ac:picMkLst>
        </pc:picChg>
        <pc:picChg chg="add mod modCrop">
          <ac:chgData name="Rafaela Brito" userId="ebeeb2bb69826346" providerId="LiveId" clId="{A7762C38-7CC1-46DE-9E9B-9C2096669CE4}" dt="2026-05-11T23:05:31.606" v="2722" actId="1076"/>
          <ac:picMkLst>
            <pc:docMk/>
            <pc:sldMk cId="3453915917" sldId="294"/>
            <ac:picMk id="11" creationId="{F47F1C68-ECEC-6D2D-2C4B-B245A6470D4A}"/>
          </ac:picMkLst>
        </pc:picChg>
        <pc:picChg chg="add mod">
          <ac:chgData name="Rafaela Brito" userId="ebeeb2bb69826346" providerId="LiveId" clId="{A7762C38-7CC1-46DE-9E9B-9C2096669CE4}" dt="2026-05-11T22:57:43.533" v="2624" actId="1076"/>
          <ac:picMkLst>
            <pc:docMk/>
            <pc:sldMk cId="3453915917" sldId="294"/>
            <ac:picMk id="13" creationId="{D860AC2F-ECCE-A795-BE2A-938CF353E753}"/>
          </ac:picMkLst>
        </pc:picChg>
        <pc:picChg chg="add del mod">
          <ac:chgData name="Rafaela Brito" userId="ebeeb2bb69826346" providerId="LiveId" clId="{A7762C38-7CC1-46DE-9E9B-9C2096669CE4}" dt="2026-05-11T23:02:21.874" v="2647" actId="478"/>
          <ac:picMkLst>
            <pc:docMk/>
            <pc:sldMk cId="3453915917" sldId="294"/>
            <ac:picMk id="15" creationId="{291F5D24-E78B-56CB-9B35-D6AE689630AA}"/>
          </ac:picMkLst>
        </pc:picChg>
        <pc:picChg chg="add mod">
          <ac:chgData name="Rafaela Brito" userId="ebeeb2bb69826346" providerId="LiveId" clId="{A7762C38-7CC1-46DE-9E9B-9C2096669CE4}" dt="2026-05-11T23:05:33.469" v="2724" actId="1076"/>
          <ac:picMkLst>
            <pc:docMk/>
            <pc:sldMk cId="3453915917" sldId="294"/>
            <ac:picMk id="17" creationId="{EB519ECC-C59F-C1F7-D71E-66A99677E783}"/>
          </ac:picMkLst>
        </pc:picChg>
        <pc:picChg chg="add del mod">
          <ac:chgData name="Rafaela Brito" userId="ebeeb2bb69826346" providerId="LiveId" clId="{A7762C38-7CC1-46DE-9E9B-9C2096669CE4}" dt="2026-05-11T23:00:38.998" v="2634" actId="478"/>
          <ac:picMkLst>
            <pc:docMk/>
            <pc:sldMk cId="3453915917" sldId="294"/>
            <ac:picMk id="18" creationId="{0A7DA361-C0C1-B2DF-8124-B59C1BE35E11}"/>
          </ac:picMkLst>
        </pc:picChg>
        <pc:picChg chg="add mod">
          <ac:chgData name="Rafaela Brito" userId="ebeeb2bb69826346" providerId="LiveId" clId="{A7762C38-7CC1-46DE-9E9B-9C2096669CE4}" dt="2026-05-11T23:05:39.515" v="2725" actId="1076"/>
          <ac:picMkLst>
            <pc:docMk/>
            <pc:sldMk cId="3453915917" sldId="294"/>
            <ac:picMk id="20" creationId="{F9E4786C-89C9-AD16-D25B-95A916D60875}"/>
          </ac:picMkLst>
        </pc:picChg>
      </pc:sldChg>
      <pc:sldChg chg="addSp delSp modSp add mod delAnim">
        <pc:chgData name="Rafaela Brito" userId="ebeeb2bb69826346" providerId="LiveId" clId="{A7762C38-7CC1-46DE-9E9B-9C2096669CE4}" dt="2026-05-12T00:06:16.994" v="3017" actId="1076"/>
        <pc:sldMkLst>
          <pc:docMk/>
          <pc:sldMk cId="1176677137" sldId="295"/>
        </pc:sldMkLst>
        <pc:spChg chg="del">
          <ac:chgData name="Rafaela Brito" userId="ebeeb2bb69826346" providerId="LiveId" clId="{A7762C38-7CC1-46DE-9E9B-9C2096669CE4}" dt="2026-05-12T00:05:17.498" v="3011" actId="478"/>
          <ac:spMkLst>
            <pc:docMk/>
            <pc:sldMk cId="1176677137" sldId="295"/>
            <ac:spMk id="3" creationId="{6B3A4EAF-2DBA-6DB8-B4CD-942F8907AD5B}"/>
          </ac:spMkLst>
        </pc:spChg>
        <pc:spChg chg="add del mod">
          <ac:chgData name="Rafaela Brito" userId="ebeeb2bb69826346" providerId="LiveId" clId="{A7762C38-7CC1-46DE-9E9B-9C2096669CE4}" dt="2026-05-12T00:05:19.791" v="3012" actId="478"/>
          <ac:spMkLst>
            <pc:docMk/>
            <pc:sldMk cId="1176677137" sldId="295"/>
            <ac:spMk id="7" creationId="{17631F44-F7F6-F8FE-1307-33F3F391C408}"/>
          </ac:spMkLst>
        </pc:spChg>
        <pc:spChg chg="del">
          <ac:chgData name="Rafaela Brito" userId="ebeeb2bb69826346" providerId="LiveId" clId="{A7762C38-7CC1-46DE-9E9B-9C2096669CE4}" dt="2026-05-12T00:05:10.749" v="3008" actId="478"/>
          <ac:spMkLst>
            <pc:docMk/>
            <pc:sldMk cId="1176677137" sldId="295"/>
            <ac:spMk id="9" creationId="{0B209336-5B6A-94EE-39EB-9256D5A55484}"/>
          </ac:spMkLst>
        </pc:spChg>
        <pc:spChg chg="del">
          <ac:chgData name="Rafaela Brito" userId="ebeeb2bb69826346" providerId="LiveId" clId="{A7762C38-7CC1-46DE-9E9B-9C2096669CE4}" dt="2026-05-12T00:05:11.805" v="3009" actId="478"/>
          <ac:spMkLst>
            <pc:docMk/>
            <pc:sldMk cId="1176677137" sldId="295"/>
            <ac:spMk id="10" creationId="{9B578228-DC37-825E-0531-0284A9BD3AB1}"/>
          </ac:spMkLst>
        </pc:spChg>
        <pc:picChg chg="del">
          <ac:chgData name="Rafaela Brito" userId="ebeeb2bb69826346" providerId="LiveId" clId="{A7762C38-7CC1-46DE-9E9B-9C2096669CE4}" dt="2026-05-12T00:05:13.260" v="3010" actId="478"/>
          <ac:picMkLst>
            <pc:docMk/>
            <pc:sldMk cId="1176677137" sldId="295"/>
            <ac:picMk id="4" creationId="{8F0671D6-FE5E-EE44-FCE4-7BE344B2C9FD}"/>
          </ac:picMkLst>
        </pc:picChg>
        <pc:picChg chg="mod">
          <ac:chgData name="Rafaela Brito" userId="ebeeb2bb69826346" providerId="LiveId" clId="{A7762C38-7CC1-46DE-9E9B-9C2096669CE4}" dt="2026-05-12T00:06:16.994" v="3017" actId="1076"/>
          <ac:picMkLst>
            <pc:docMk/>
            <pc:sldMk cId="1176677137" sldId="295"/>
            <ac:picMk id="6" creationId="{772B090F-11A7-C3E5-AA88-40D4B73509B1}"/>
          </ac:picMkLst>
        </pc:picChg>
        <pc:picChg chg="add mod">
          <ac:chgData name="Rafaela Brito" userId="ebeeb2bb69826346" providerId="LiveId" clId="{A7762C38-7CC1-46DE-9E9B-9C2096669CE4}" dt="2026-05-12T00:06:12.343" v="3016" actId="1076"/>
          <ac:picMkLst>
            <pc:docMk/>
            <pc:sldMk cId="1176677137" sldId="295"/>
            <ac:picMk id="11" creationId="{5BD64C85-846E-9393-0701-B0946BE4C7C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A1A00-ECC9-48BB-AD4F-3020C30FA187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DB019-E7FC-434F-948A-DA85092D6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0888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6794E-CCF8-9044-77EB-B79BB75D2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F1571BD-A5D9-2170-71C1-A5B501A35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03AE7DE-55F9-C1D9-16E3-0F4763D1C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003E48-6911-F0E0-8E6B-CFED4C6B2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DB019-E7FC-434F-948A-DA85092D666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0121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DB019-E7FC-434F-948A-DA85092D666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5769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DB019-E7FC-434F-948A-DA85092D666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150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C4C83-2D7D-8394-E375-C44140BE5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46292B-63C9-9B26-EB26-A58B79ED7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7A943A-CE44-4A7A-EFBE-89B749E4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0A7E-D993-44DF-A975-04060E473AC8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76169B-FB9A-6F88-FA34-EAECCD49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76AD42-D303-8DC9-F74B-967762439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46A2-95A5-4660-8495-5AE4ACB16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8170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31557-2CFF-0576-4204-5D32DC43B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0AEA22-36EF-9942-F4D4-6A515B50F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5BEECD-E99B-8BB5-855E-30F2EEA93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0A7E-D993-44DF-A975-04060E473AC8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3A137B-4010-DE64-8FDE-B4898BD80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5AD9B6-2E7C-8C28-DC9E-7949CB1D3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46A2-95A5-4660-8495-5AE4ACB16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9393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7966D-4EFE-E324-12FD-AC853952A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E3DFEC-A314-3064-BF26-8A00B98AD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AAD9AE-9880-3B11-C12A-669923EE6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0A7E-D993-44DF-A975-04060E473AC8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5232FD-FBB6-9C9C-068D-DC75BEEFB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178E15-CA99-BB24-343B-494D8130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46A2-95A5-4660-8495-5AE4ACB16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55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1EE91-46DE-5B67-BE5A-5BD1FE7EA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668834-D39F-D76A-6E2C-CD24A3859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60CA456-3DC0-B811-08E2-F27F3564D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A5750C-BD61-4F9B-3071-3C691E173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0A7E-D993-44DF-A975-04060E473AC8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515132-2C01-E70C-71D3-F03F16AB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E04989-4DC7-4F67-E2DD-EC72CE964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46A2-95A5-4660-8495-5AE4ACB16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9857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EE7A2-8277-E882-811A-B6FE7DA49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9272A9-C79E-CF3C-51C7-A0BB38C62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7FAC58-F0A5-B1B2-4BAB-DD40113CF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2FF178D-8D8C-1903-70FA-D203EC47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0B5EA5F-ACC6-5EFC-5F0D-72D5CD1A4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F50DDC6-3694-7F3C-E976-1D3D01308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0A7E-D993-44DF-A975-04060E473AC8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DB0E56E-2E16-2B64-F834-DE86C6CF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6868A88-A9D4-E0FF-C582-30F28E214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46A2-95A5-4660-8495-5AE4ACB16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47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FA365-B735-C5B5-C449-7E666FE59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DB1CEAB-6F4B-CE5B-DEEC-023CBC1DE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0A7E-D993-44DF-A975-04060E473AC8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8B27AD5-F1F9-9BC0-E8A9-FA93F35C7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E929505-C7F1-10C2-1005-B782FE497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46A2-95A5-4660-8495-5AE4ACB16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9780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AD8B662-EEB8-2585-3C21-5219BE396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0A7E-D993-44DF-A975-04060E473AC8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5D9DFE-3BEE-C8FA-A4AD-A4B50DC9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013A23-65FA-AEDC-39A0-BE373747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46A2-95A5-4660-8495-5AE4ACB16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2856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05572-5321-0922-3CB1-8D805693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0BAB43-40DE-C684-8AE9-AC99743B2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A3C71C-AEFB-2EE1-8810-102CDAC14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53473E-1A47-B89F-279C-9380C7336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0A7E-D993-44DF-A975-04060E473AC8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82A4E2-210D-2FDB-A6F1-D7E92410F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0448A1-5260-49E5-AFB9-0F5605F9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46A2-95A5-4660-8495-5AE4ACB16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568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C1467D-AB33-5745-3428-8BBBA1772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E8BDDB-AEDC-3469-0F90-0712B8252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3066F5-FCB1-71D5-3469-09EC9273F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F00414-8849-13BF-2790-6D7147937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0A7E-D993-44DF-A975-04060E473AC8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76C6C4-0260-7DFE-07C0-B1E361AEB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A3BF3B-51F3-FC91-DC98-B1C24DFB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46A2-95A5-4660-8495-5AE4ACB16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117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091BE-3DB1-4A2B-6EBC-A1AC3E81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610DE2-24CD-B1D4-5579-77C8D011D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D62C1B-6EDE-699E-A88E-6B1C44CB5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0A7E-D993-44DF-A975-04060E473AC8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9140FD-6AF6-67F4-48C0-083D679F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AB417B-7296-C3D1-D7A5-3E4985EC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46A2-95A5-4660-8495-5AE4ACB16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46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9E8247-E004-4029-FAC9-1F643D2496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97B0C5-DAFE-F33F-4A17-202D2608D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99C4C4-8028-95BB-D27A-737DD11FD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50A7E-D993-44DF-A975-04060E473AC8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5EDF51-C4F4-EFF4-ED92-97F3C3C6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690816-EFD6-EBBE-EEC1-2C8FBC75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46A2-95A5-4660-8495-5AE4ACB16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3800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C80447D-0632-A750-BD07-86BE582CC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0D98CB-BB97-F08E-27C6-D4E667605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A192CF-E59C-D89F-95F1-4965559BE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50A7E-D993-44DF-A975-04060E473AC8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63BDE7-9C8F-2988-844D-076574A4F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BEFA4E-5F98-CF1A-A86C-622D5D559A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B46A2-95A5-4660-8495-5AE4ACB161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113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F534539-DFC3-B9DD-21DD-FCADF10B73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D173245-8532-D954-AF57-D2CD77B4C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742" y="2800715"/>
            <a:ext cx="9144000" cy="1256570"/>
          </a:xfrm>
        </p:spPr>
        <p:txBody>
          <a:bodyPr>
            <a:normAutofit fontScale="90000"/>
          </a:bodyPr>
          <a:lstStyle/>
          <a:p>
            <a:r>
              <a:rPr lang="pt-BR" sz="4800" dirty="0"/>
              <a:t>Resolvendo uma equação diferencial parcial com </a:t>
            </a:r>
            <a:r>
              <a:rPr lang="pt-BR" sz="4800" dirty="0" err="1"/>
              <a:t>PINNs</a:t>
            </a:r>
            <a:endParaRPr lang="pt-BR" sz="4800" dirty="0"/>
          </a:p>
        </p:txBody>
      </p:sp>
      <p:pic>
        <p:nvPicPr>
          <p:cNvPr id="1026" name="Picture 2" descr="Brasão da Uesc">
            <a:extLst>
              <a:ext uri="{FF2B5EF4-FFF2-40B4-BE49-F238E27FC236}">
                <a16:creationId xmlns:a16="http://schemas.microsoft.com/office/drawing/2014/main" id="{87F9855B-1E37-3DBC-9A75-4D1DA011A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99" y="139473"/>
            <a:ext cx="1016643" cy="1256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0923C06-D4ED-CB95-9A3B-D756670A2473}"/>
              </a:ext>
            </a:extLst>
          </p:cNvPr>
          <p:cNvSpPr txBox="1"/>
          <p:nvPr/>
        </p:nvSpPr>
        <p:spPr>
          <a:xfrm>
            <a:off x="1992085" y="444593"/>
            <a:ext cx="8207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Pós-graduação em Modelagem Computacional</a:t>
            </a:r>
          </a:p>
          <a:p>
            <a:pPr algn="ctr"/>
            <a:r>
              <a:rPr lang="pt-BR" dirty="0"/>
              <a:t>Tópicos especiais em Redes Neurais na Resolução de Equações Diferenciais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F753481-111F-34BA-DE86-16821251E70D}"/>
              </a:ext>
            </a:extLst>
          </p:cNvPr>
          <p:cNvSpPr txBox="1"/>
          <p:nvPr/>
        </p:nvSpPr>
        <p:spPr>
          <a:xfrm>
            <a:off x="3296091" y="4057285"/>
            <a:ext cx="645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Equipe: Rafaela Brito, Guilherme Hughes e Bruno Pimentel</a:t>
            </a:r>
          </a:p>
        </p:txBody>
      </p:sp>
    </p:spTree>
    <p:extLst>
      <p:ext uri="{BB962C8B-B14F-4D97-AF65-F5344CB8AC3E}">
        <p14:creationId xmlns:p14="http://schemas.microsoft.com/office/powerpoint/2010/main" val="2598433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B1B814-D2E4-9EA8-C9A5-4525C2A51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10" name="Rectangle 310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1122CD-9BB5-AAF0-7E7A-69B847A3D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pt-BR" sz="4800" dirty="0"/>
              <a:t>Descrição do problema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2C31393-39FC-8F1D-64FC-E810CC39D3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44" r="16045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1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6AF2A54-114B-CBDE-A41F-4CA39D0D1C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97762" y="2706624"/>
                <a:ext cx="6251110" cy="348386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pt-BR" sz="2000" dirty="0"/>
                  <a:t>Considerando a Equação de Poisson unidimensional:</a:t>
                </a:r>
              </a:p>
              <a:p>
                <a:pPr marL="0" indent="0">
                  <a:buNone/>
                </a:pPr>
                <a:endParaRPr lang="pt-B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t-BR" sz="20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b="0" i="1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pt-BR" sz="2000" b="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0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20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pt-BR" sz="2000" dirty="0"/>
              </a:p>
              <a:p>
                <a:pPr marL="0" indent="0">
                  <a:buNone/>
                </a:pPr>
                <a:endParaRPr lang="pt-BR" sz="2000" dirty="0"/>
              </a:p>
              <a:p>
                <a:r>
                  <a:rPr lang="pt-BR" sz="2000" dirty="0"/>
                  <a:t>Com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pt-BR" sz="2000" dirty="0"/>
                  <a:t> e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pt-BR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000" b="0" i="0" smtClean="0">
                            <a:latin typeface="Cambria Math" panose="02040503050406030204" pitchFamily="18" charset="0"/>
                          </a:rPr>
                          <m:t>co</m:t>
                        </m:r>
                        <m:r>
                          <m:rPr>
                            <m:sty m:val="p"/>
                          </m:rPr>
                          <a:rPr lang="pt-BR" sz="2000">
                            <a:latin typeface="Cambria Math" panose="02040503050406030204" pitchFamily="18" charset="0"/>
                          </a:rPr>
                          <m:t>s</m:t>
                        </m:r>
                      </m:fName>
                      <m:e>
                        <m:d>
                          <m:d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pt-BR" sz="2000" dirty="0"/>
              </a:p>
              <a:p>
                <a:pPr marL="0" indent="0">
                  <a:buNone/>
                </a:pPr>
                <a:endParaRPr lang="pt-BR" sz="2000" dirty="0"/>
              </a:p>
              <a:p>
                <a:r>
                  <a:rPr lang="pt-BR" sz="2000" dirty="0"/>
                  <a:t>Condições de contorno:</a:t>
                </a:r>
              </a:p>
              <a:p>
                <a:pPr marL="0" indent="0">
                  <a:buNone/>
                </a:pPr>
                <a:endParaRPr lang="pt-B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000" b="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pt-B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pt-BR" sz="2000" b="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pt-BR" sz="2000" b="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pt-B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pt-BR" sz="2000" b="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000" dirty="0"/>
              </a:p>
              <a:p>
                <a:endParaRPr lang="pt-BR" sz="2000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6AF2A54-114B-CBDE-A41F-4CA39D0D1C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7762" y="2706624"/>
                <a:ext cx="6251110" cy="3483864"/>
              </a:xfrm>
              <a:blipFill>
                <a:blip r:embed="rId3"/>
                <a:stretch>
                  <a:fillRect l="-682" t="-29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01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3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03432E-C7EA-2925-2257-7F5B6D5A7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pt-BR" sz="5400" dirty="0"/>
              <a:t>Solução analítica do problema</a:t>
            </a:r>
          </a:p>
        </p:txBody>
      </p:sp>
      <p:sp>
        <p:nvSpPr>
          <p:cNvPr id="104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331FDC3-5CF1-C8C6-C3C1-82800DBC64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492" y="1948069"/>
                <a:ext cx="11018520" cy="4522481"/>
              </a:xfrm>
            </p:spPr>
            <p:txBody>
              <a:bodyPr anchor="t">
                <a:normAutofit fontScale="85000" lnSpcReduction="20000"/>
              </a:bodyPr>
              <a:lstStyle/>
              <a:p>
                <a:r>
                  <a:rPr lang="pt-BR" sz="2200" dirty="0"/>
                  <a:t>Função cuja segunda derivada seja:</a:t>
                </a:r>
              </a:p>
              <a:p>
                <a:pPr marL="0" indent="0">
                  <a:buNone/>
                </a:pPr>
                <a:endParaRPr lang="pt-BR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pt-BR" sz="2200" b="0" dirty="0"/>
              </a:p>
              <a:p>
                <a:pPr marL="0" indent="0">
                  <a:buNone/>
                </a:pPr>
                <a:endParaRPr lang="pt-BR" sz="1200" b="0" dirty="0"/>
              </a:p>
              <a:p>
                <a:r>
                  <a:rPr lang="pt-BR" sz="2200" b="0" dirty="0"/>
                  <a:t>Integrando a primeira vez:</a:t>
                </a:r>
              </a:p>
              <a:p>
                <a:pPr marL="0" indent="0">
                  <a:buNone/>
                </a:pPr>
                <a:endParaRPr lang="pt-BR" sz="11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pt-BR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t-BR" sz="11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𝜋</m:t>
                      </m:r>
                      <m:func>
                        <m:func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200" b="0" dirty="0"/>
              </a:p>
              <a:p>
                <a:r>
                  <a:rPr lang="pt-BR" sz="2200" dirty="0"/>
                  <a:t>Integrando a segunda vez:</a:t>
                </a:r>
              </a:p>
              <a:p>
                <a:pPr marL="0" indent="0">
                  <a:buNone/>
                </a:pPr>
                <a:endParaRPr lang="pt-BR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func>
                                <m:func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22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pt-BR" sz="2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pt-BR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t-BR" sz="11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2400" b="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331FDC3-5CF1-C8C6-C3C1-82800DBC64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492" y="1948069"/>
                <a:ext cx="11018520" cy="4522481"/>
              </a:xfrm>
              <a:blipFill>
                <a:blip r:embed="rId2"/>
                <a:stretch>
                  <a:fillRect l="-443" t="-22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C5BDF6DA-78E2-E011-7617-1ABC4C9E71C9}"/>
              </a:ext>
            </a:extLst>
          </p:cNvPr>
          <p:cNvSpPr/>
          <p:nvPr/>
        </p:nvSpPr>
        <p:spPr>
          <a:xfrm>
            <a:off x="4720856" y="4221126"/>
            <a:ext cx="2668772" cy="62732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D9655DB-7B56-F876-1AEE-13F855C9E1B2}"/>
              </a:ext>
            </a:extLst>
          </p:cNvPr>
          <p:cNvSpPr/>
          <p:nvPr/>
        </p:nvSpPr>
        <p:spPr>
          <a:xfrm>
            <a:off x="4529471" y="5921314"/>
            <a:ext cx="3062176" cy="62732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149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CF78F2-7E91-3754-41E2-F0B341E9B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30">
            <a:extLst>
              <a:ext uri="{FF2B5EF4-FFF2-40B4-BE49-F238E27FC236}">
                <a16:creationId xmlns:a16="http://schemas.microsoft.com/office/drawing/2014/main" id="{417E4F30-9EA7-8273-F4AB-22CA210F0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7BAABE-A374-46C3-64BA-36859B0C9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pt-BR" sz="5400" dirty="0"/>
              <a:t>Solução analítica do problema</a:t>
            </a:r>
          </a:p>
        </p:txBody>
      </p:sp>
      <p:sp>
        <p:nvSpPr>
          <p:cNvPr id="1042" name="sketchy line">
            <a:extLst>
              <a:ext uri="{FF2B5EF4-FFF2-40B4-BE49-F238E27FC236}">
                <a16:creationId xmlns:a16="http://schemas.microsoft.com/office/drawing/2014/main" id="{512BB11F-BB82-344E-29FE-77A81E52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1131FA6-5CC8-3A57-0FAC-0FF857614F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492" y="1948069"/>
                <a:ext cx="11018520" cy="4764052"/>
              </a:xfrm>
            </p:spPr>
            <p:txBody>
              <a:bodyPr anchor="t">
                <a:normAutofit/>
              </a:bodyPr>
              <a:lstStyle/>
              <a:p>
                <a:r>
                  <a:rPr lang="pt-BR" sz="2200" dirty="0"/>
                  <a:t>Aplicando as condições de contorno:</a:t>
                </a:r>
              </a:p>
              <a:p>
                <a:pPr marL="0" indent="0">
                  <a:buNone/>
                </a:pPr>
                <a:endParaRPr lang="pt-BR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=0,  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200" b="0" dirty="0"/>
              </a:p>
              <a:p>
                <a:pPr marL="0" indent="0">
                  <a:buNone/>
                </a:pPr>
                <a:endParaRPr lang="pt-BR" sz="1200" b="0" dirty="0"/>
              </a:p>
              <a:p>
                <a:r>
                  <a:rPr lang="pt-BR" sz="2200" dirty="0"/>
                  <a:t>Para </a:t>
                </a: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pt-BR" sz="2200" b="0" dirty="0"/>
                  <a:t>:</a:t>
                </a:r>
              </a:p>
              <a:p>
                <a:pPr marL="0" indent="0">
                  <a:buNone/>
                </a:pPr>
                <a:endParaRPr lang="pt-BR" sz="11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t-BR" sz="11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2200" b="0" dirty="0"/>
              </a:p>
              <a:p>
                <a:r>
                  <a:rPr lang="pt-BR" sz="2200" dirty="0"/>
                  <a:t>Para </a:t>
                </a: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sz="2200" dirty="0"/>
                  <a:t>:</a:t>
                </a:r>
              </a:p>
              <a:p>
                <a:pPr marL="0" indent="0">
                  <a:buNone/>
                </a:pPr>
                <a:endParaRPr lang="pt-BR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t-BR" sz="11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000" b="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1131FA6-5CC8-3A57-0FAC-0FF857614F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492" y="1948069"/>
                <a:ext cx="11018520" cy="4764052"/>
              </a:xfrm>
              <a:blipFill>
                <a:blip r:embed="rId2"/>
                <a:stretch>
                  <a:fillRect l="-664" t="-15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09CAE1B9-E04C-8386-3613-F477399A4B0D}"/>
              </a:ext>
            </a:extLst>
          </p:cNvPr>
          <p:cNvSpPr/>
          <p:nvPr/>
        </p:nvSpPr>
        <p:spPr>
          <a:xfrm>
            <a:off x="5527265" y="4341224"/>
            <a:ext cx="1063255" cy="49658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DBA17E5-5F6A-1D72-CC7C-CBA008FAA35D}"/>
              </a:ext>
            </a:extLst>
          </p:cNvPr>
          <p:cNvSpPr/>
          <p:nvPr/>
        </p:nvSpPr>
        <p:spPr>
          <a:xfrm>
            <a:off x="5284381" y="5921315"/>
            <a:ext cx="1605517" cy="40403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772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094429-135D-7700-D66B-25E7558F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pt-BR" sz="5400" dirty="0"/>
              <a:t>Solução analítica final</a:t>
            </a:r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E6BF7C2-78F6-FBAD-DDDF-82BD5AAB51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31141" y="2004593"/>
                <a:ext cx="2301224" cy="430264"/>
              </a:xfrm>
            </p:spPr>
            <p:txBody>
              <a:bodyPr anchor="t"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E6BF7C2-78F6-FBAD-DDDF-82BD5AAB51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31141" y="2004593"/>
                <a:ext cx="2301224" cy="43026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529D1ADA-A87C-44B5-171F-B6B167336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697" y="2524289"/>
            <a:ext cx="6501397" cy="4306833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86E1FCF-7E90-682B-9A12-31CC7823E4B7}"/>
              </a:ext>
            </a:extLst>
          </p:cNvPr>
          <p:cNvSpPr/>
          <p:nvPr/>
        </p:nvSpPr>
        <p:spPr>
          <a:xfrm>
            <a:off x="4931141" y="2004593"/>
            <a:ext cx="2182040" cy="43026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83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E0A492-6C29-07A0-B8F2-2C762AA78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pt-BR" sz="5400" dirty="0"/>
              <a:t>Rede FCN </a:t>
            </a:r>
            <a:r>
              <a:rPr lang="pt-BR" sz="4800" i="1" dirty="0"/>
              <a:t>(</a:t>
            </a:r>
            <a:r>
              <a:rPr lang="pt-BR" sz="4800" i="1" dirty="0" err="1"/>
              <a:t>Fully</a:t>
            </a:r>
            <a:r>
              <a:rPr lang="pt-BR" sz="4800" i="1" dirty="0"/>
              <a:t> </a:t>
            </a:r>
            <a:r>
              <a:rPr lang="pt-BR" sz="4800" i="1" dirty="0" err="1"/>
              <a:t>Connected</a:t>
            </a:r>
            <a:r>
              <a:rPr lang="pt-BR" sz="4800" i="1" dirty="0"/>
              <a:t> Network)</a:t>
            </a:r>
            <a:endParaRPr lang="pt-BR" sz="5400" i="1" dirty="0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DAA8993-C3A2-2C60-9335-818A9D44AF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8357" y="1988641"/>
                <a:ext cx="10816936" cy="4630820"/>
              </a:xfrm>
            </p:spPr>
            <p:txBody>
              <a:bodyPr anchor="t">
                <a:noAutofit/>
              </a:bodyPr>
              <a:lstStyle/>
              <a:p>
                <a:pPr algn="just"/>
                <a:r>
                  <a:rPr lang="pt-BR" sz="2200" dirty="0"/>
                  <a:t>Utiliza a própria equação diferencial como um guia durante o treinamento.</a:t>
                </a:r>
              </a:p>
              <a:p>
                <a:pPr marL="0" indent="0" algn="just">
                  <a:buNone/>
                </a:pPr>
                <a:endParaRPr lang="pt-BR" sz="1200" dirty="0"/>
              </a:p>
              <a:p>
                <a:pPr algn="just"/>
                <a:r>
                  <a:rPr lang="pt-BR" sz="2200" b="1" dirty="0"/>
                  <a:t>Entrada:</a:t>
                </a:r>
                <a:r>
                  <a:rPr lang="pt-BR" sz="2200" dirty="0"/>
                  <a:t> Um valor escalar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pt-BR" sz="2200" dirty="0"/>
              </a:p>
              <a:p>
                <a:pPr algn="just"/>
                <a:r>
                  <a:rPr lang="pt-BR" sz="2200" b="1" dirty="0"/>
                  <a:t>Rede (FCN):</a:t>
                </a:r>
                <a:r>
                  <a:rPr lang="pt-BR" sz="2200" dirty="0"/>
                  <a:t> Composta por camadas ocultas com funções de ativação suaves</a:t>
                </a:r>
              </a:p>
              <a:p>
                <a:pPr algn="just"/>
                <a:r>
                  <a:rPr lang="pt-BR" sz="2200" b="1" dirty="0"/>
                  <a:t>Saída:</a:t>
                </a:r>
                <a:r>
                  <a:rPr lang="pt-BR" sz="2200" dirty="0"/>
                  <a:t> O valor aproximado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2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200" dirty="0"/>
              </a:p>
              <a:p>
                <a:pPr marL="0" indent="0" algn="just">
                  <a:buNone/>
                </a:pPr>
                <a:endParaRPr lang="pt-BR" sz="2200" dirty="0"/>
              </a:p>
              <a:p>
                <a:pPr algn="just"/>
                <a:r>
                  <a:rPr lang="pt-BR" sz="2200" dirty="0"/>
                  <a:t>Operação em uma camada:</a:t>
                </a:r>
                <a:endParaRPr lang="pt-BR" sz="2200" b="0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DAA8993-C3A2-2C60-9335-818A9D44AF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8357" y="1988641"/>
                <a:ext cx="10816936" cy="4630820"/>
              </a:xfrm>
              <a:blipFill>
                <a:blip r:embed="rId2"/>
                <a:stretch>
                  <a:fillRect l="-620" t="-1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 descr="Fully connected deep neural network | Download Scientific Diagram">
            <a:extLst>
              <a:ext uri="{FF2B5EF4-FFF2-40B4-BE49-F238E27FC236}">
                <a16:creationId xmlns:a16="http://schemas.microsoft.com/office/drawing/2014/main" id="{C63597D0-16B6-6006-2C55-C592376E2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972" y="4173433"/>
            <a:ext cx="6121016" cy="20060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8D6C56E8-B713-5435-1FA3-7FEA1059FEC1}"/>
                  </a:ext>
                </a:extLst>
              </p:cNvPr>
              <p:cNvSpPr txBox="1"/>
              <p:nvPr/>
            </p:nvSpPr>
            <p:spPr>
              <a:xfrm>
                <a:off x="2691724" y="5176456"/>
                <a:ext cx="1782896" cy="378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𝑊𝑥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8D6C56E8-B713-5435-1FA3-7FEA1059F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724" y="5176456"/>
                <a:ext cx="1782896" cy="378148"/>
              </a:xfrm>
              <a:prstGeom prst="rect">
                <a:avLst/>
              </a:prstGeom>
              <a:blipFill>
                <a:blip r:embed="rId4"/>
                <a:stretch>
                  <a:fillRect b="-112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tângulo 9">
            <a:extLst>
              <a:ext uri="{FF2B5EF4-FFF2-40B4-BE49-F238E27FC236}">
                <a16:creationId xmlns:a16="http://schemas.microsoft.com/office/drawing/2014/main" id="{21AEED68-0165-ACE5-2014-A89DF6F3B8FF}"/>
              </a:ext>
            </a:extLst>
          </p:cNvPr>
          <p:cNvSpPr/>
          <p:nvPr/>
        </p:nvSpPr>
        <p:spPr>
          <a:xfrm>
            <a:off x="2592657" y="5176456"/>
            <a:ext cx="1881963" cy="37814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35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736D5-EC90-F0D1-7F61-7CAB07121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229CFE0A-0887-1747-F7CE-B71C1A862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830D35-748D-3D56-3741-F0D610038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pt-BR" sz="5400" dirty="0"/>
              <a:t>Rede FCN </a:t>
            </a:r>
            <a:r>
              <a:rPr lang="pt-BR" sz="4800" i="1" dirty="0"/>
              <a:t>(</a:t>
            </a:r>
            <a:r>
              <a:rPr lang="pt-BR" sz="4800" i="1" dirty="0" err="1"/>
              <a:t>Fully</a:t>
            </a:r>
            <a:r>
              <a:rPr lang="pt-BR" sz="4800" i="1" dirty="0"/>
              <a:t> </a:t>
            </a:r>
            <a:r>
              <a:rPr lang="pt-BR" sz="4800" i="1" dirty="0" err="1"/>
              <a:t>Connected</a:t>
            </a:r>
            <a:r>
              <a:rPr lang="pt-BR" sz="4800" i="1" dirty="0"/>
              <a:t> Network)</a:t>
            </a:r>
            <a:endParaRPr lang="pt-BR" sz="5400" i="1" dirty="0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715D5124-9132-C724-8D32-399173D39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72B090F-11A7-C3E5-AA88-40D4B7350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51" y="2084332"/>
            <a:ext cx="5010849" cy="397247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D64C85-846E-9393-0701-B0946BE4C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338" y="2784518"/>
            <a:ext cx="5048955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677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5CF6E-DF52-35AB-7CBD-AA8415FE9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82">
            <a:extLst>
              <a:ext uri="{FF2B5EF4-FFF2-40B4-BE49-F238E27FC236}">
                <a16:creationId xmlns:a16="http://schemas.microsoft.com/office/drawing/2014/main" id="{EA9233BB-14D3-4DA5-8275-987B681A4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A69245-EB7B-698D-05CE-1DBED654B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pt-BR" sz="5400" dirty="0"/>
              <a:t>Funções de Perda</a:t>
            </a:r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18FDC46C-6599-644C-0875-369F89C6E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6C8442F-A8B1-E133-AEE1-DAA13D096E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5353" y="1924008"/>
                <a:ext cx="10949940" cy="2343192"/>
              </a:xfrm>
            </p:spPr>
            <p:txBody>
              <a:bodyPr anchor="t">
                <a:normAutofit/>
              </a:bodyPr>
              <a:lstStyle/>
              <a:p>
                <a:pPr algn="just"/>
                <a:r>
                  <a:rPr lang="pt-BR" sz="2200" dirty="0"/>
                  <a:t>Mede a discrepância entre a saída prevista e o valor real (alvo)</a:t>
                </a:r>
              </a:p>
              <a:p>
                <a:pPr algn="just"/>
                <a:r>
                  <a:rPr lang="pt-BR" sz="2200" b="1" dirty="0"/>
                  <a:t>Perda da Equação Diferencial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1" i="1" dirty="0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e>
                      <m:sub>
                        <m:r>
                          <a:rPr lang="pt-BR" sz="2200" b="1" i="1" dirty="0" smtClean="0">
                            <a:latin typeface="Cambria Math" panose="02040503050406030204" pitchFamily="18" charset="0"/>
                          </a:rPr>
                          <m:t>𝑷𝑫𝑬</m:t>
                        </m:r>
                      </m:sub>
                    </m:sSub>
                  </m:oMath>
                </a14:m>
                <a:r>
                  <a:rPr lang="pt-BR" sz="2200" b="1" dirty="0"/>
                  <a:t>):</a:t>
                </a:r>
              </a:p>
              <a:p>
                <a:pPr algn="just"/>
                <a:endParaRPr lang="pt-BR" sz="2200" b="1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6C8442F-A8B1-E133-AEE1-DAA13D096E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53" y="1924008"/>
                <a:ext cx="10949940" cy="2343192"/>
              </a:xfrm>
              <a:blipFill>
                <a:blip r:embed="rId3"/>
                <a:stretch>
                  <a:fillRect l="-668" t="-31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685FFDD-1310-8298-5165-5CBE66523E4F}"/>
                  </a:ext>
                </a:extLst>
              </p:cNvPr>
              <p:cNvSpPr txBox="1"/>
              <p:nvPr/>
            </p:nvSpPr>
            <p:spPr>
              <a:xfrm>
                <a:off x="7080507" y="5193240"/>
                <a:ext cx="4259313" cy="1073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dirty="0" smtClean="0">
                              <a:latin typeface="Cambria Math" panose="02040503050406030204" pitchFamily="18" charset="0"/>
                            </a:rPr>
                            <m:t>𝐿𝑜𝑠𝑠</m:t>
                          </m:r>
                        </m:e>
                        <m:sub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𝑃𝐷𝐸</m:t>
                          </m:r>
                        </m:sub>
                      </m:sSub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2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200" i="1" dirty="0" err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200" i="1" dirty="0" err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pt-BR" sz="22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200" i="1" dirty="0" err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200" i="1" dirty="0" err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pt-BR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t-BR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pt-BR" sz="22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22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</m:e>
                                        <m:sup>
                                          <m:r>
                                            <a:rPr lang="pt-BR" sz="22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pt-BR" sz="2200" b="0" i="1" dirty="0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num>
                                    <m:den>
                                      <m:r>
                                        <a:rPr lang="pt-BR" sz="2200" b="0" i="1" dirty="0" smtClean="0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p>
                                        <m:sSupPr>
                                          <m:ctrlPr>
                                            <a:rPr lang="pt-BR" sz="22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22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pt-BR" sz="22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pt-BR" sz="22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200" b="0" i="1" dirty="0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BR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2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2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2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200" dirty="0"/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685FFDD-1310-8298-5165-5CBE66523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0507" y="5193240"/>
                <a:ext cx="4259313" cy="10733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m 10">
            <a:extLst>
              <a:ext uri="{FF2B5EF4-FFF2-40B4-BE49-F238E27FC236}">
                <a16:creationId xmlns:a16="http://schemas.microsoft.com/office/drawing/2014/main" id="{F47F1C68-ECEC-6D2D-2C4B-B245A6470D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2005" r="35758"/>
          <a:stretch>
            <a:fillRect/>
          </a:stretch>
        </p:blipFill>
        <p:spPr>
          <a:xfrm>
            <a:off x="1596273" y="5772841"/>
            <a:ext cx="4635102" cy="24054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860AC2F-ECCE-A795-BE2A-938CF353E7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3824" y="2967816"/>
            <a:ext cx="3860991" cy="34168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EB519ECC-C59F-C1F7-D71E-66A99677E7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1085" y="5311008"/>
            <a:ext cx="2713633" cy="288906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F9E4786C-89C9-AD16-D25B-95A916D608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6917" y="4113118"/>
            <a:ext cx="6169264" cy="24054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380A2AEE-0389-C2B6-8BDA-2CDCE556663B}"/>
              </a:ext>
            </a:extLst>
          </p:cNvPr>
          <p:cNvSpPr txBox="1"/>
          <p:nvPr/>
        </p:nvSpPr>
        <p:spPr>
          <a:xfrm>
            <a:off x="595353" y="3429000"/>
            <a:ext cx="39598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/>
              <a:t>Define o termo fonte da EDP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6B1CCB4-60DA-DDB4-5FE4-935EB9D87BD6}"/>
              </a:ext>
            </a:extLst>
          </p:cNvPr>
          <p:cNvSpPr txBox="1"/>
          <p:nvPr/>
        </p:nvSpPr>
        <p:spPr>
          <a:xfrm>
            <a:off x="595353" y="4501434"/>
            <a:ext cx="2182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Calcula o erro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A631868-44CE-EC76-CC68-8487B68392E6}"/>
              </a:ext>
            </a:extLst>
          </p:cNvPr>
          <p:cNvSpPr/>
          <p:nvPr/>
        </p:nvSpPr>
        <p:spPr>
          <a:xfrm>
            <a:off x="7080507" y="5193240"/>
            <a:ext cx="4259313" cy="107337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91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8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896F03-EC94-9413-0903-F2856B854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pt-BR" sz="5400" dirty="0"/>
              <a:t>Funções de Perda</a:t>
            </a:r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BC5541B-93AB-E389-EFBD-944505B35B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5353" y="1924007"/>
                <a:ext cx="10972800" cy="1434415"/>
              </a:xfrm>
            </p:spPr>
            <p:txBody>
              <a:bodyPr anchor="t">
                <a:normAutofit/>
              </a:bodyPr>
              <a:lstStyle/>
              <a:p>
                <a:pPr algn="just"/>
                <a:r>
                  <a:rPr lang="pt-BR" sz="2200" b="1" dirty="0"/>
                  <a:t>Perda de Contorno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1" i="1" dirty="0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e>
                      <m:sub>
                        <m:r>
                          <a:rPr lang="pt-BR" sz="2200" b="1" i="1" dirty="0" smtClean="0">
                            <a:latin typeface="Cambria Math" panose="02040503050406030204" pitchFamily="18" charset="0"/>
                          </a:rPr>
                          <m:t>𝑩𝑪</m:t>
                        </m:r>
                      </m:sub>
                    </m:sSub>
                  </m:oMath>
                </a14:m>
                <a:r>
                  <a:rPr lang="pt-BR" sz="2200" b="1" dirty="0"/>
                  <a:t>)</a:t>
                </a:r>
              </a:p>
              <a:p>
                <a:pPr algn="just"/>
                <a:r>
                  <a:rPr lang="pt-BR" sz="2200" dirty="0"/>
                  <a:t>Avaliada nos limites do domínio</a:t>
                </a:r>
              </a:p>
              <a:p>
                <a:pPr algn="just"/>
                <a:endParaRPr lang="pt-BR" sz="2200" dirty="0"/>
              </a:p>
              <a:p>
                <a:pPr marL="0" indent="0" algn="just">
                  <a:buNone/>
                </a:pPr>
                <a:endParaRPr lang="pt-BR" sz="1300" dirty="0"/>
              </a:p>
              <a:p>
                <a:pPr algn="just"/>
                <a:endParaRPr lang="pt-BR" sz="2400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BC5541B-93AB-E389-EFBD-944505B35B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353" y="1924007"/>
                <a:ext cx="10972800" cy="1434415"/>
              </a:xfrm>
              <a:blipFill>
                <a:blip r:embed="rId3"/>
                <a:stretch>
                  <a:fillRect l="-667" t="-51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81A238F7-0779-5667-B0ED-2F0E69BB4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018" y="2938120"/>
            <a:ext cx="5117128" cy="2729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827290F-CB71-B339-1BF3-DA6908553339}"/>
                  </a:ext>
                </a:extLst>
              </p:cNvPr>
              <p:cNvSpPr txBox="1"/>
              <p:nvPr/>
            </p:nvSpPr>
            <p:spPr>
              <a:xfrm>
                <a:off x="572493" y="4586201"/>
                <a:ext cx="10972800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pt-BR" sz="2200" dirty="0"/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endParaRPr lang="pt-BR" sz="22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sz="2200" b="1" dirty="0"/>
                  <a:t>Perda Total:</a:t>
                </a: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endParaRPr lang="pt-BR" sz="2200" b="1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pt-BR" sz="22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1" i="1" dirty="0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e>
                        <m:sub>
                          <m:r>
                            <a:rPr lang="pt-BR" sz="2200" b="1" i="1" dirty="0" smtClean="0">
                              <a:latin typeface="Cambria Math" panose="02040503050406030204" pitchFamily="18" charset="0"/>
                            </a:rPr>
                            <m:t>𝑷𝑫𝑬</m:t>
                          </m:r>
                        </m:sub>
                      </m:sSub>
                      <m:r>
                        <a:rPr lang="pt-BR" sz="22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2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1" i="1" dirty="0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e>
                        <m:sub>
                          <m:r>
                            <a:rPr lang="pt-BR" sz="2200" b="1" i="1" dirty="0" smtClean="0">
                              <a:latin typeface="Cambria Math" panose="02040503050406030204" pitchFamily="18" charset="0"/>
                            </a:rPr>
                            <m:t>𝑩𝑪</m:t>
                          </m:r>
                        </m:sub>
                      </m:sSub>
                    </m:oMath>
                  </m:oMathPara>
                </a14:m>
                <a:endParaRPr lang="pt-BR" sz="2200" b="1" dirty="0"/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827290F-CB71-B339-1BF3-DA6908553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3" y="4586201"/>
                <a:ext cx="10972800" cy="1785104"/>
              </a:xfrm>
              <a:prstGeom prst="rect">
                <a:avLst/>
              </a:prstGeom>
              <a:blipFill>
                <a:blip r:embed="rId5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m 10">
            <a:extLst>
              <a:ext uri="{FF2B5EF4-FFF2-40B4-BE49-F238E27FC236}">
                <a16:creationId xmlns:a16="http://schemas.microsoft.com/office/drawing/2014/main" id="{1EA1DDBD-72BA-63DB-79C4-0C5A223725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2482" y="4668624"/>
            <a:ext cx="4457793" cy="204486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0940C16C-A3D7-979B-2477-FCC03A1A0712}"/>
              </a:ext>
            </a:extLst>
          </p:cNvPr>
          <p:cNvSpPr txBox="1"/>
          <p:nvPr/>
        </p:nvSpPr>
        <p:spPr>
          <a:xfrm>
            <a:off x="572493" y="3247441"/>
            <a:ext cx="60977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A rede prevê os valores nos contornos.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AE4D118-6EBA-18C0-484B-0DB39A98C430}"/>
              </a:ext>
            </a:extLst>
          </p:cNvPr>
          <p:cNvSpPr txBox="1"/>
          <p:nvPr/>
        </p:nvSpPr>
        <p:spPr>
          <a:xfrm>
            <a:off x="572493" y="4009395"/>
            <a:ext cx="70919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200" dirty="0"/>
              <a:t>Calcula o erro quadrático médio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D9538E4C-C0BF-F5FD-0BF6-CD010FC929EF}"/>
                  </a:ext>
                </a:extLst>
              </p:cNvPr>
              <p:cNvSpPr txBox="1"/>
              <p:nvPr/>
            </p:nvSpPr>
            <p:spPr>
              <a:xfrm>
                <a:off x="6783573" y="4609521"/>
                <a:ext cx="497722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dirty="0" smtClean="0">
                              <a:latin typeface="Cambria Math" panose="02040503050406030204" pitchFamily="18" charset="0"/>
                            </a:rPr>
                            <m:t>𝐿𝑜𝑠𝑠</m:t>
                          </m:r>
                        </m:e>
                        <m:sub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sub>
                      </m:sSub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sz="2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i="1" dirty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pt-BR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20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pt-BR" sz="2200" i="1" dirty="0" smtClean="0">
                                  <a:latin typeface="Cambria Math" panose="02040503050406030204" pitchFamily="18" charset="0"/>
                                </a:rPr>
                                <m:t>−0</m:t>
                              </m:r>
                            </m:e>
                          </m:d>
                        </m:e>
                        <m:sup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sz="2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i="1" dirty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pt-BR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2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pt-BR" sz="2200" i="1" dirty="0">
                                  <a:latin typeface="Cambria Math" panose="02040503050406030204" pitchFamily="18" charset="0"/>
                                </a:rPr>
                                <m:t>− 0</m:t>
                              </m:r>
                            </m:e>
                          </m:d>
                        </m:e>
                        <m:sup>
                          <m:r>
                            <a:rPr lang="pt-BR" sz="22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2200" dirty="0"/>
              </a:p>
            </p:txBody>
          </p:sp>
        </mc:Choice>
        <mc:Fallback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D9538E4C-C0BF-F5FD-0BF6-CD010FC92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573" y="4609521"/>
                <a:ext cx="497722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Imagem 22">
            <a:extLst>
              <a:ext uri="{FF2B5EF4-FFF2-40B4-BE49-F238E27FC236}">
                <a16:creationId xmlns:a16="http://schemas.microsoft.com/office/drawing/2014/main" id="{E66EE98E-E62E-CE23-073C-6912E9478A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3448" y="3708647"/>
            <a:ext cx="2332505" cy="225067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A1BF5D40-4C0F-A29E-5958-0844356BEFEB}"/>
              </a:ext>
            </a:extLst>
          </p:cNvPr>
          <p:cNvSpPr/>
          <p:nvPr/>
        </p:nvSpPr>
        <p:spPr>
          <a:xfrm>
            <a:off x="6974957" y="4515963"/>
            <a:ext cx="4570335" cy="65097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27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2B61A-5618-6F3A-194B-5C41F643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82">
            <a:extLst>
              <a:ext uri="{FF2B5EF4-FFF2-40B4-BE49-F238E27FC236}">
                <a16:creationId xmlns:a16="http://schemas.microsoft.com/office/drawing/2014/main" id="{6CDCC219-EA58-E82E-796B-7E2E495CB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AAA74D-8795-D341-16F5-953CE8965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525" y="2545804"/>
            <a:ext cx="9687926" cy="1434415"/>
          </a:xfrm>
        </p:spPr>
        <p:txBody>
          <a:bodyPr anchor="b">
            <a:normAutofit/>
          </a:bodyPr>
          <a:lstStyle/>
          <a:p>
            <a:pPr algn="ctr"/>
            <a:r>
              <a:rPr lang="pt-BR" sz="5400" dirty="0"/>
              <a:t>Treinamento e geração da solução</a:t>
            </a:r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61199E11-C1FC-9DB2-B8D2-E9EDD186B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20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550AD9-EF36-C50F-E650-1660E6626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F2526D-A9EF-1B92-E645-24AB6E146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pt-BR" sz="5400" dirty="0"/>
              <a:t>Modificando a equação</a:t>
            </a:r>
          </a:p>
        </p:txBody>
      </p:sp>
      <p:sp>
        <p:nvSpPr>
          <p:cNvPr id="512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90048E2-DFF2-6DFA-1DCC-9CC67D95F1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6793" y="2140943"/>
                <a:ext cx="10858500" cy="4119172"/>
              </a:xfrm>
            </p:spPr>
            <p:txBody>
              <a:bodyPr anchor="t"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pt-BR" sz="2200" b="0" dirty="0"/>
              </a:p>
              <a:p>
                <a:r>
                  <a:rPr lang="pt-BR" sz="2200" dirty="0"/>
                  <a:t>Condições de contorno: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pt-BR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pt-BR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200" dirty="0"/>
              </a:p>
              <a:p>
                <a:r>
                  <a:rPr lang="pt-BR" sz="2200" dirty="0"/>
                  <a:t>Primeira integral:</a:t>
                </a:r>
              </a:p>
              <a:p>
                <a:pPr marL="0" indent="0">
                  <a:buNone/>
                </a:pPr>
                <a:endParaRPr lang="pt-BR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2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200" b="0" i="0" smtClean="0">
                                  <a:latin typeface="Cambria Math" panose="02040503050406030204" pitchFamily="18" charset="0"/>
                                </a:rPr>
                                <m:t>co</m:t>
                              </m:r>
                              <m:r>
                                <m:rPr>
                                  <m:sty m:val="p"/>
                                </m:rPr>
                                <a:rPr lang="pt-BR" sz="220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pt-BR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pt-BR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200" i="1">
                          <a:latin typeface="Cambria Math" panose="02040503050406030204" pitchFamily="18" charset="0"/>
                        </a:rPr>
                        <m:t>𝜋</m:t>
                      </m:r>
                      <m:func>
                        <m:funcPr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20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pt-BR" sz="22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fName>
                        <m:e>
                          <m:d>
                            <m:dPr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pt-BR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200" dirty="0"/>
              </a:p>
              <a:p>
                <a:r>
                  <a:rPr lang="pt-BR" sz="2200" dirty="0"/>
                  <a:t>Integrando a segunda vez:</a:t>
                </a:r>
              </a:p>
              <a:p>
                <a:pPr marL="0" indent="0">
                  <a:buNone/>
                </a:pPr>
                <a:endParaRPr lang="pt-BR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pt-BR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pt-B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func>
                                <m:funcPr>
                                  <m:ctrlPr>
                                    <a:rPr lang="pt-BR" sz="2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220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pt-BR" sz="2200" b="0" i="0" smtClean="0">
                                      <a:latin typeface="Cambria Math" panose="02040503050406030204" pitchFamily="18" charset="0"/>
                                    </a:rPr>
                                    <m:t>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pt-BR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pt-BR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pt-BR" sz="22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co</m:t>
                          </m:r>
                          <m:r>
                            <m:rPr>
                              <m:sty m:val="p"/>
                            </m:rPr>
                            <a:rPr lang="pt-BR" sz="2400">
                              <a:latin typeface="Cambria Math" panose="02040503050406030204" pitchFamily="18" charset="0"/>
                            </a:rPr>
                            <m:t>s</m:t>
                          </m:r>
                        </m:fName>
                        <m:e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pt-B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  <a:p>
                <a:pPr marL="0" indent="0">
                  <a:buNone/>
                </a:pPr>
                <a:endParaRPr lang="pt-BR" sz="2200" dirty="0"/>
              </a:p>
              <a:p>
                <a:endParaRPr lang="pt-BR" sz="220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90048E2-DFF2-6DFA-1DCC-9CC67D95F1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793" y="2140943"/>
                <a:ext cx="10858500" cy="4119172"/>
              </a:xfrm>
              <a:blipFill>
                <a:blip r:embed="rId2"/>
                <a:stretch>
                  <a:fillRect l="-50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0158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C4C90-5122-F857-AFDC-5BD39A13B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30">
            <a:extLst>
              <a:ext uri="{FF2B5EF4-FFF2-40B4-BE49-F238E27FC236}">
                <a16:creationId xmlns:a16="http://schemas.microsoft.com/office/drawing/2014/main" id="{6DB61312-19BF-71FF-5633-6055A197A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0B57C7-793A-48C3-7F75-181C5AE59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pt-BR" sz="5400" dirty="0"/>
              <a:t>Solução analítica do problema</a:t>
            </a:r>
          </a:p>
        </p:txBody>
      </p:sp>
      <p:sp>
        <p:nvSpPr>
          <p:cNvPr id="1042" name="sketchy line">
            <a:extLst>
              <a:ext uri="{FF2B5EF4-FFF2-40B4-BE49-F238E27FC236}">
                <a16:creationId xmlns:a16="http://schemas.microsoft.com/office/drawing/2014/main" id="{B9AE1AF6-E60B-1899-AE2E-FBF691769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7EF9A45-A723-77A6-9C8D-1EA3E23FC9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491" y="1948069"/>
                <a:ext cx="11018519" cy="4764052"/>
              </a:xfrm>
            </p:spPr>
            <p:txBody>
              <a:bodyPr anchor="t">
                <a:normAutofit/>
              </a:bodyPr>
              <a:lstStyle/>
              <a:p>
                <a:r>
                  <a:rPr lang="pt-BR" sz="2200" dirty="0"/>
                  <a:t>Aplicando as condições de contorno:</a:t>
                </a:r>
              </a:p>
              <a:p>
                <a:pPr marL="0" indent="0">
                  <a:buNone/>
                </a:pPr>
                <a:endParaRPr lang="pt-BR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=0,  </m:t>
                      </m:r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200" b="0" dirty="0"/>
              </a:p>
              <a:p>
                <a:pPr marL="0" indent="0">
                  <a:buNone/>
                </a:pPr>
                <a:endParaRPr lang="pt-BR" sz="1200" b="0" dirty="0"/>
              </a:p>
              <a:p>
                <a:r>
                  <a:rPr lang="pt-BR" sz="2200" dirty="0"/>
                  <a:t>Para </a:t>
                </a: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pt-BR" sz="2200" b="0" dirty="0"/>
                  <a:t>:</a:t>
                </a:r>
              </a:p>
              <a:p>
                <a:pPr marL="0" indent="0">
                  <a:buNone/>
                </a:pPr>
                <a:endParaRPr lang="pt-BR" sz="11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co</m:t>
                          </m:r>
                          <m:r>
                            <m:rPr>
                              <m:sty m:val="p"/>
                            </m:rPr>
                            <a:rPr lang="pt-BR" sz="2000">
                              <a:latin typeface="Cambria Math" panose="02040503050406030204" pitchFamily="18" charset="0"/>
                            </a:rPr>
                            <m:t>s</m:t>
                          </m:r>
                        </m:fName>
                        <m:e>
                          <m:d>
                            <m:d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t-BR" sz="11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2200" b="0" dirty="0"/>
              </a:p>
              <a:p>
                <a:r>
                  <a:rPr lang="pt-BR" sz="2200" dirty="0"/>
                  <a:t>Para </a:t>
                </a: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sz="2200" dirty="0"/>
                  <a:t>:</a:t>
                </a:r>
              </a:p>
              <a:p>
                <a:pPr marL="0" indent="0">
                  <a:buNone/>
                </a:pPr>
                <a:endParaRPr lang="pt-BR" sz="1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t-BR" sz="11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pt-BR" sz="2000" b="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7EF9A45-A723-77A6-9C8D-1EA3E23FC9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491" y="1948069"/>
                <a:ext cx="11018519" cy="4764052"/>
              </a:xfrm>
              <a:blipFill>
                <a:blip r:embed="rId2"/>
                <a:stretch>
                  <a:fillRect l="-664" t="-15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BF1C21F4-3769-EBA2-0FB7-B683D7619F63}"/>
              </a:ext>
            </a:extLst>
          </p:cNvPr>
          <p:cNvSpPr/>
          <p:nvPr/>
        </p:nvSpPr>
        <p:spPr>
          <a:xfrm>
            <a:off x="5155125" y="4330095"/>
            <a:ext cx="1807535" cy="49658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75A4F3A-35F1-F0CD-73F6-CF1A8543A051}"/>
              </a:ext>
            </a:extLst>
          </p:cNvPr>
          <p:cNvSpPr/>
          <p:nvPr/>
        </p:nvSpPr>
        <p:spPr>
          <a:xfrm>
            <a:off x="5256133" y="5931948"/>
            <a:ext cx="1605517" cy="40403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40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55A07-2DF7-706D-EFB2-EBD3DE1C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30">
            <a:extLst>
              <a:ext uri="{FF2B5EF4-FFF2-40B4-BE49-F238E27FC236}">
                <a16:creationId xmlns:a16="http://schemas.microsoft.com/office/drawing/2014/main" id="{DCC8067E-2DBC-3359-B4FD-314AB6252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0AE107-4926-E237-249B-6E04E0415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pt-BR" sz="5400" dirty="0"/>
              <a:t>Solução analítica do problema</a:t>
            </a:r>
          </a:p>
        </p:txBody>
      </p:sp>
      <p:sp>
        <p:nvSpPr>
          <p:cNvPr id="1042" name="sketchy line">
            <a:extLst>
              <a:ext uri="{FF2B5EF4-FFF2-40B4-BE49-F238E27FC236}">
                <a16:creationId xmlns:a16="http://schemas.microsoft.com/office/drawing/2014/main" id="{D1880378-44B9-4800-FBA8-6D2251C04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13FFD84-10BB-EA2E-05B0-7BE22269BB72}"/>
              </a:ext>
            </a:extLst>
          </p:cNvPr>
          <p:cNvSpPr/>
          <p:nvPr/>
        </p:nvSpPr>
        <p:spPr>
          <a:xfrm>
            <a:off x="2845247" y="5425073"/>
            <a:ext cx="2683683" cy="40403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796DA5A-6680-3578-8586-5771589A3367}"/>
                  </a:ext>
                </a:extLst>
              </p:cNvPr>
              <p:cNvSpPr txBox="1"/>
              <p:nvPr/>
            </p:nvSpPr>
            <p:spPr>
              <a:xfrm>
                <a:off x="678818" y="2169153"/>
                <a:ext cx="7051052" cy="3979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2000" dirty="0"/>
                  <a:t>Resolvendo o sistema:</a:t>
                </a:r>
              </a:p>
              <a:p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=−1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000" dirty="0"/>
              </a:p>
              <a:p>
                <a:endParaRPr lang="pt-B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2000" dirty="0"/>
                  <a:t>Encontramos:</a:t>
                </a:r>
              </a:p>
              <a:p>
                <a:endParaRPr lang="pt-BR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=0,  </m:t>
                      </m:r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pt-BR" sz="2000" b="0" dirty="0"/>
              </a:p>
              <a:p>
                <a:pPr algn="ctr"/>
                <a:endParaRPr lang="pt-BR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BR" sz="2000" dirty="0"/>
                  <a:t>Solução final:</a:t>
                </a:r>
              </a:p>
              <a:p>
                <a:pPr algn="just"/>
                <a:endParaRPr lang="pt-BR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pt-BR" sz="2000" b="0" dirty="0"/>
              </a:p>
              <a:p>
                <a:pPr algn="just"/>
                <a:endParaRPr lang="pt-BR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796DA5A-6680-3578-8586-5771589A3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18" y="2169153"/>
                <a:ext cx="7051052" cy="3979744"/>
              </a:xfrm>
              <a:prstGeom prst="rect">
                <a:avLst/>
              </a:prstGeom>
              <a:blipFill>
                <a:blip r:embed="rId2"/>
                <a:stretch>
                  <a:fillRect l="-778" t="-9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m 8">
            <a:extLst>
              <a:ext uri="{FF2B5EF4-FFF2-40B4-BE49-F238E27FC236}">
                <a16:creationId xmlns:a16="http://schemas.microsoft.com/office/drawing/2014/main" id="{C02C967D-28DD-37DE-A730-1F13F2A9C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346" y="2169153"/>
            <a:ext cx="5779512" cy="373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667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80C050-7F64-9203-7DC6-D15A2099D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9" name="Rectangle 6164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43EC76-3828-879A-5B31-E64A2CEF1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5400"/>
              <a:t>Comparação entre as soluções </a:t>
            </a:r>
            <a:endParaRPr lang="pt-BR" sz="5400" dirty="0"/>
          </a:p>
        </p:txBody>
      </p:sp>
      <p:sp>
        <p:nvSpPr>
          <p:cNvPr id="6170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1A6C818F-844D-3D20-E373-4E744809AB3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76884543"/>
                  </p:ext>
                </p:extLst>
              </p:nvPr>
            </p:nvGraphicFramePr>
            <p:xfrm>
              <a:off x="6892284" y="2685727"/>
              <a:ext cx="5085931" cy="3023588"/>
            </p:xfrm>
            <a:graphic>
              <a:graphicData uri="http://schemas.openxmlformats.org/drawingml/2006/table">
                <a:tbl>
                  <a:tblPr>
                    <a:tableStyleId>{8A107856-5554-42FB-B03E-39F5DBC370BA}</a:tableStyleId>
                  </a:tblPr>
                  <a:tblGrid>
                    <a:gridCol w="1226130">
                      <a:extLst>
                        <a:ext uri="{9D8B030D-6E8A-4147-A177-3AD203B41FA5}">
                          <a16:colId xmlns:a16="http://schemas.microsoft.com/office/drawing/2014/main" val="2054647177"/>
                        </a:ext>
                      </a:extLst>
                    </a:gridCol>
                    <a:gridCol w="1790753">
                      <a:extLst>
                        <a:ext uri="{9D8B030D-6E8A-4147-A177-3AD203B41FA5}">
                          <a16:colId xmlns:a16="http://schemas.microsoft.com/office/drawing/2014/main" val="3964059030"/>
                        </a:ext>
                      </a:extLst>
                    </a:gridCol>
                    <a:gridCol w="2069048">
                      <a:extLst>
                        <a:ext uri="{9D8B030D-6E8A-4147-A177-3AD203B41FA5}">
                          <a16:colId xmlns:a16="http://schemas.microsoft.com/office/drawing/2014/main" val="4088046878"/>
                        </a:ext>
                      </a:extLst>
                    </a:gridCol>
                  </a:tblGrid>
                  <a:tr h="841747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pt-BR" sz="16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Função</a:t>
                          </a:r>
                          <a:endParaRPr lang="pt-BR" sz="16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)=−</m:t>
                                </m:r>
                                <m:sSup>
                                  <m:sSupPr>
                                    <m:ctrlPr>
                                      <a:rPr lang="pt-BR" sz="1400" b="0" i="1" dirty="0" smtClean="0">
                                        <a:solidFill>
                                          <a:srgbClr val="1F1F1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dirty="0" smtClean="0">
                                        <a:solidFill>
                                          <a:srgbClr val="1F1F1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pt-BR" sz="1400" b="0" i="1" dirty="0" smtClean="0">
                                        <a:solidFill>
                                          <a:srgbClr val="1F1F1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600" b="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p>
                                  <m:sSupPr>
                                    <m:ctrlPr>
                                      <a:rPr lang="pt-BR" sz="1400" b="0" i="1" dirty="0" smtClean="0">
                                        <a:solidFill>
                                          <a:srgbClr val="1F1F1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b="0" i="1" dirty="0" smtClean="0">
                                        <a:solidFill>
                                          <a:srgbClr val="1F1F1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pt-BR" sz="1400" b="0" i="1" dirty="0" smtClean="0">
                                        <a:solidFill>
                                          <a:srgbClr val="1F1F1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1400" b="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600" b="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extLst>
                      <a:ext uri="{0D108BD9-81ED-4DB2-BD59-A6C34878D82A}">
                        <a16:rowId xmlns:a16="http://schemas.microsoft.com/office/drawing/2014/main" val="4103180817"/>
                      </a:ext>
                    </a:extLst>
                  </a:tr>
                  <a:tr h="570265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pt-BR" sz="14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Solução</a:t>
                          </a:r>
                          <a:endParaRPr lang="pt-B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m:rPr>
                                    <m:sty m:val="p"/>
                                  </m:rP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m:rPr>
                                    <m:sty m:val="p"/>
                                  </m:rPr>
                                  <a:rPr lang="es-ES" sz="1400" i="1" dirty="0" err="1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ES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)=−</m:t>
                                </m:r>
                                <m:r>
                                  <m:rPr>
                                    <m:sty m:val="p"/>
                                  </m:rP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m:rPr>
                                    <m:sty m:val="p"/>
                                  </m:rPr>
                                  <a:rPr lang="es-ES" sz="1400" i="1" dirty="0" err="1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)−1</m:t>
                                </m:r>
                              </m:oMath>
                            </m:oMathPara>
                          </a14:m>
                          <a:endParaRPr lang="es-ES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extLst>
                      <a:ext uri="{0D108BD9-81ED-4DB2-BD59-A6C34878D82A}">
                        <a16:rowId xmlns:a16="http://schemas.microsoft.com/office/drawing/2014/main" val="2249973673"/>
                      </a:ext>
                    </a:extLst>
                  </a:tr>
                  <a:tr h="543517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pt-BR" sz="1400" b="1">
                              <a:solidFill>
                                <a:srgbClr val="1F1F1F"/>
                              </a:solidFill>
                              <a:effectLst/>
                            </a:rPr>
                            <a:t>Paridade</a:t>
                          </a:r>
                          <a:endParaRPr lang="pt-BR" sz="14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pt-BR" sz="1400" dirty="0">
                              <a:solidFill>
                                <a:srgbClr val="1F1F1F"/>
                              </a:solidFill>
                              <a:effectLst/>
                            </a:rPr>
                            <a:t>Função </a:t>
                          </a:r>
                          <a:r>
                            <a:rPr lang="pt-BR" sz="1400" b="0" dirty="0">
                              <a:solidFill>
                                <a:srgbClr val="1F1F1F"/>
                              </a:solidFill>
                              <a:effectLst/>
                            </a:rPr>
                            <a:t>Ímpar </a:t>
                          </a:r>
                        </a:p>
                      </a:txBody>
                      <a:tcPr marL="106663" marR="106663" marT="142217" marB="142217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pt-BR" sz="1400" dirty="0">
                              <a:solidFill>
                                <a:srgbClr val="1F1F1F"/>
                              </a:solidFill>
                              <a:effectLst/>
                            </a:rPr>
                            <a:t>Função </a:t>
                          </a:r>
                          <a:r>
                            <a:rPr lang="pt-BR" sz="1400" b="0" dirty="0">
                              <a:solidFill>
                                <a:srgbClr val="1F1F1F"/>
                              </a:solidFill>
                              <a:effectLst/>
                            </a:rPr>
                            <a:t>Par </a:t>
                          </a:r>
                        </a:p>
                      </a:txBody>
                      <a:tcPr marL="106663" marR="106663" marT="142217" marB="142217" anchor="ctr"/>
                    </a:tc>
                    <a:extLst>
                      <a:ext uri="{0D108BD9-81ED-4DB2-BD59-A6C34878D82A}">
                        <a16:rowId xmlns:a16="http://schemas.microsoft.com/office/drawing/2014/main" val="3664877342"/>
                      </a:ext>
                    </a:extLst>
                  </a:tr>
                  <a:tr h="475243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b="1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sz="1400" b="1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400" b="1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pt-B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pt-BR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(0)=0</m:t>
                                </m:r>
                              </m:oMath>
                            </m:oMathPara>
                          </a14:m>
                          <a:endParaRPr lang="pt-B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s-ES" sz="1400" i="1" dirty="0" smtClean="0">
                                    <a:solidFill>
                                      <a:srgbClr val="1F1F1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(0)=−2</m:t>
                                </m:r>
                              </m:oMath>
                            </m:oMathPara>
                          </a14:m>
                          <a:endParaRPr lang="es-ES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extLst>
                      <a:ext uri="{0D108BD9-81ED-4DB2-BD59-A6C34878D82A}">
                        <a16:rowId xmlns:a16="http://schemas.microsoft.com/office/drawing/2014/main" val="1988096300"/>
                      </a:ext>
                    </a:extLst>
                  </a:tr>
                  <a:tr h="570265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pt-BR" sz="14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Amplitude</a:t>
                          </a:r>
                          <a:endParaRPr lang="pt-B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pt-BR" sz="1400" dirty="0">
                              <a:solidFill>
                                <a:srgbClr val="1F1F1F"/>
                              </a:solidFill>
                              <a:effectLst/>
                            </a:rPr>
                            <a:t>Oscila entre </a:t>
                          </a:r>
                          <a14:m>
                            <m:oMath xmlns:m="http://schemas.openxmlformats.org/officeDocument/2006/math">
                              <m:r>
                                <a:rPr lang="pt-BR" sz="1400" i="1" dirty="0" smtClean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r>
                            <a:rPr lang="pt-BR" sz="1400" dirty="0">
                              <a:solidFill>
                                <a:srgbClr val="1F1F1F"/>
                              </a:solidFill>
                              <a:effectLst/>
                            </a:rPr>
                            <a:t> e </a:t>
                          </a:r>
                          <a14:m>
                            <m:oMath xmlns:m="http://schemas.openxmlformats.org/officeDocument/2006/math">
                              <m:r>
                                <a:rPr lang="pt-BR" sz="1400" i="1" dirty="0" smtClean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endParaRPr lang="pt-B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pt-BR" sz="1400" dirty="0">
                              <a:solidFill>
                                <a:srgbClr val="1F1F1F"/>
                              </a:solidFill>
                              <a:effectLst/>
                            </a:rPr>
                            <a:t>Oscila entre </a:t>
                          </a:r>
                          <a14:m>
                            <m:oMath xmlns:m="http://schemas.openxmlformats.org/officeDocument/2006/math">
                              <m:r>
                                <a:rPr lang="pt-BR" sz="1400" i="1" dirty="0" smtClean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oMath>
                          </a14:m>
                          <a:r>
                            <a:rPr lang="pt-BR" sz="1400" dirty="0">
                              <a:solidFill>
                                <a:srgbClr val="1F1F1F"/>
                              </a:solidFill>
                              <a:effectLst/>
                            </a:rPr>
                            <a:t> e </a:t>
                          </a:r>
                          <a14:m>
                            <m:oMath xmlns:m="http://schemas.openxmlformats.org/officeDocument/2006/math">
                              <m:r>
                                <a:rPr lang="pt-BR" sz="1400" i="1" dirty="0" smtClean="0">
                                  <a:solidFill>
                                    <a:srgbClr val="1F1F1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endParaRPr lang="pt-B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extLst>
                      <a:ext uri="{0D108BD9-81ED-4DB2-BD59-A6C34878D82A}">
                        <a16:rowId xmlns:a16="http://schemas.microsoft.com/office/drawing/2014/main" val="2339373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1A6C818F-844D-3D20-E373-4E744809AB3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76884543"/>
                  </p:ext>
                </p:extLst>
              </p:nvPr>
            </p:nvGraphicFramePr>
            <p:xfrm>
              <a:off x="6892284" y="2685727"/>
              <a:ext cx="5085931" cy="3023588"/>
            </p:xfrm>
            <a:graphic>
              <a:graphicData uri="http://schemas.openxmlformats.org/drawingml/2006/table">
                <a:tbl>
                  <a:tblPr>
                    <a:tableStyleId>{8A107856-5554-42FB-B03E-39F5DBC370BA}</a:tableStyleId>
                  </a:tblPr>
                  <a:tblGrid>
                    <a:gridCol w="1226130">
                      <a:extLst>
                        <a:ext uri="{9D8B030D-6E8A-4147-A177-3AD203B41FA5}">
                          <a16:colId xmlns:a16="http://schemas.microsoft.com/office/drawing/2014/main" val="2054647177"/>
                        </a:ext>
                      </a:extLst>
                    </a:gridCol>
                    <a:gridCol w="1790753">
                      <a:extLst>
                        <a:ext uri="{9D8B030D-6E8A-4147-A177-3AD203B41FA5}">
                          <a16:colId xmlns:a16="http://schemas.microsoft.com/office/drawing/2014/main" val="3964059030"/>
                        </a:ext>
                      </a:extLst>
                    </a:gridCol>
                    <a:gridCol w="2069048">
                      <a:extLst>
                        <a:ext uri="{9D8B030D-6E8A-4147-A177-3AD203B41FA5}">
                          <a16:colId xmlns:a16="http://schemas.microsoft.com/office/drawing/2014/main" val="4088046878"/>
                        </a:ext>
                      </a:extLst>
                    </a:gridCol>
                  </a:tblGrid>
                  <a:tr h="841747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pt-BR" sz="16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Função</a:t>
                          </a:r>
                          <a:endParaRPr lang="pt-BR" sz="16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06663" marR="106663" marT="142217" marB="142217" anchor="ctr">
                        <a:blipFill>
                          <a:blip r:embed="rId2"/>
                          <a:stretch>
                            <a:fillRect l="-68707" t="-725" r="-116667" b="-261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06663" marR="106663" marT="142217" marB="142217" anchor="ctr">
                        <a:blipFill>
                          <a:blip r:embed="rId2"/>
                          <a:stretch>
                            <a:fillRect l="-145882" t="-725" r="-882" b="-2615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3180817"/>
                      </a:ext>
                    </a:extLst>
                  </a:tr>
                  <a:tr h="570265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pt-BR" sz="1400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Solução</a:t>
                          </a:r>
                          <a:endParaRPr lang="pt-B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06663" marR="106663" marT="142217" marB="142217" anchor="ctr">
                        <a:blipFill>
                          <a:blip r:embed="rId2"/>
                          <a:stretch>
                            <a:fillRect l="-68707" t="-147872" r="-116667" b="-284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06663" marR="106663" marT="142217" marB="142217" anchor="ctr">
                        <a:blipFill>
                          <a:blip r:embed="rId2"/>
                          <a:stretch>
                            <a:fillRect l="-145882" t="-147872" r="-882" b="-284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9973673"/>
                      </a:ext>
                    </a:extLst>
                  </a:tr>
                  <a:tr h="543517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pt-BR" sz="1400" b="1">
                              <a:solidFill>
                                <a:srgbClr val="1F1F1F"/>
                              </a:solidFill>
                              <a:effectLst/>
                            </a:rPr>
                            <a:t>Paridade</a:t>
                          </a:r>
                          <a:endParaRPr lang="pt-BR" sz="14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pt-BR" sz="1400" dirty="0">
                              <a:solidFill>
                                <a:srgbClr val="1F1F1F"/>
                              </a:solidFill>
                              <a:effectLst/>
                            </a:rPr>
                            <a:t>Função </a:t>
                          </a:r>
                          <a:r>
                            <a:rPr lang="pt-BR" sz="1400" b="0" dirty="0">
                              <a:solidFill>
                                <a:srgbClr val="1F1F1F"/>
                              </a:solidFill>
                              <a:effectLst/>
                            </a:rPr>
                            <a:t>Ímpar </a:t>
                          </a:r>
                        </a:p>
                      </a:txBody>
                      <a:tcPr marL="106663" marR="106663" marT="142217" marB="142217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pt-BR" sz="1400" dirty="0">
                              <a:solidFill>
                                <a:srgbClr val="1F1F1F"/>
                              </a:solidFill>
                              <a:effectLst/>
                            </a:rPr>
                            <a:t>Função </a:t>
                          </a:r>
                          <a:r>
                            <a:rPr lang="pt-BR" sz="1400" b="0" dirty="0">
                              <a:solidFill>
                                <a:srgbClr val="1F1F1F"/>
                              </a:solidFill>
                              <a:effectLst/>
                            </a:rPr>
                            <a:t>Par </a:t>
                          </a:r>
                        </a:p>
                      </a:txBody>
                      <a:tcPr marL="106663" marR="106663" marT="142217" marB="142217" anchor="ctr"/>
                    </a:tc>
                    <a:extLst>
                      <a:ext uri="{0D108BD9-81ED-4DB2-BD59-A6C34878D82A}">
                        <a16:rowId xmlns:a16="http://schemas.microsoft.com/office/drawing/2014/main" val="3664877342"/>
                      </a:ext>
                    </a:extLst>
                  </a:tr>
                  <a:tr h="49779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06663" marR="106663" marT="142217" marB="142217" anchor="ctr">
                        <a:blipFill>
                          <a:blip r:embed="rId2"/>
                          <a:stretch>
                            <a:fillRect l="-498" t="-392683" r="-316915" b="-1170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06663" marR="106663" marT="142217" marB="142217" anchor="ctr">
                        <a:blipFill>
                          <a:blip r:embed="rId2"/>
                          <a:stretch>
                            <a:fillRect l="-68707" t="-392683" r="-116667" b="-1170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06663" marR="106663" marT="142217" marB="142217" anchor="ctr">
                        <a:blipFill>
                          <a:blip r:embed="rId2"/>
                          <a:stretch>
                            <a:fillRect l="-145882" t="-392683" r="-882" b="-1170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096300"/>
                      </a:ext>
                    </a:extLst>
                  </a:tr>
                  <a:tr h="570265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pt-BR" sz="1400" b="1" dirty="0">
                              <a:solidFill>
                                <a:srgbClr val="1F1F1F"/>
                              </a:solidFill>
                              <a:effectLst/>
                            </a:rPr>
                            <a:t>Amplitude</a:t>
                          </a:r>
                          <a:endParaRPr lang="pt-BR" sz="14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06663" marR="106663" marT="142217" marB="142217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06663" marR="106663" marT="142217" marB="142217" anchor="ctr">
                        <a:blipFill>
                          <a:blip r:embed="rId2"/>
                          <a:stretch>
                            <a:fillRect l="-68707" t="-429787" r="-116667" b="-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06663" marR="106663" marT="142217" marB="142217" anchor="ctr">
                        <a:blipFill>
                          <a:blip r:embed="rId2"/>
                          <a:stretch>
                            <a:fillRect l="-145882" t="-429787" r="-882" b="-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93735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083BCC36-9D03-7A54-7FAE-F53E8D264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51" y="2229860"/>
            <a:ext cx="6312897" cy="393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183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77810-FB59-60E7-3006-849D20B4A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8" name="Rectangle 6157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001FFB-0AC5-33B0-8EFE-A3B059950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669" y="2844500"/>
            <a:ext cx="5392372" cy="1434415"/>
          </a:xfrm>
        </p:spPr>
        <p:txBody>
          <a:bodyPr anchor="b">
            <a:normAutofit/>
          </a:bodyPr>
          <a:lstStyle/>
          <a:p>
            <a:pPr algn="ctr"/>
            <a:r>
              <a:rPr lang="pt-BR" sz="5400" dirty="0"/>
              <a:t>Implementação </a:t>
            </a:r>
          </a:p>
        </p:txBody>
      </p:sp>
      <p:sp>
        <p:nvSpPr>
          <p:cNvPr id="6160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49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C3C56-E9B3-FDEE-9AF3-EB37D4481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6" name="Rectangle 3085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45F1F2-89B5-E3C6-236F-EC9D47BDB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Obrigado</a:t>
            </a:r>
            <a:r>
              <a:rPr lang="en-US" sz="6600" dirty="0"/>
              <a:t>!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88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5F87820A-60FB-5C0B-E9BD-78FE558CAD55}"/>
              </a:ext>
            </a:extLst>
          </p:cNvPr>
          <p:cNvSpPr txBox="1">
            <a:spLocks/>
          </p:cNvSpPr>
          <p:nvPr/>
        </p:nvSpPr>
        <p:spPr>
          <a:xfrm>
            <a:off x="572490" y="4066369"/>
            <a:ext cx="10972799" cy="23656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791124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25191</TotalTime>
  <Words>535</Words>
  <Application>Microsoft Office PowerPoint</Application>
  <PresentationFormat>Widescreen</PresentationFormat>
  <Paragraphs>133</Paragraphs>
  <Slides>16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Google Sans Text</vt:lpstr>
      <vt:lpstr>Tema do Office</vt:lpstr>
      <vt:lpstr>Resolvendo uma equação diferencial parcial com PINNs</vt:lpstr>
      <vt:lpstr>Descrição do problema </vt:lpstr>
      <vt:lpstr>Solução analítica do problema</vt:lpstr>
      <vt:lpstr>Solução analítica do problema</vt:lpstr>
      <vt:lpstr>Solução analítica final</vt:lpstr>
      <vt:lpstr>Rede FCN (Fully Connected Network)</vt:lpstr>
      <vt:lpstr>Rede FCN (Fully Connected Network)</vt:lpstr>
      <vt:lpstr>Funções de Perda</vt:lpstr>
      <vt:lpstr>Funções de Perda</vt:lpstr>
      <vt:lpstr>Treinamento e geração da solução</vt:lpstr>
      <vt:lpstr>Modificando a equação</vt:lpstr>
      <vt:lpstr>Solução analítica do problema</vt:lpstr>
      <vt:lpstr>Solução analítica do problema</vt:lpstr>
      <vt:lpstr>Comparação entre as soluções </vt:lpstr>
      <vt:lpstr>Implementação 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Rafaela Brito</dc:creator>
  <cp:lastModifiedBy>Rafaela Brito</cp:lastModifiedBy>
  <cp:revision>2</cp:revision>
  <dcterms:created xsi:type="dcterms:W3CDTF">2026-04-08T00:02:40Z</dcterms:created>
  <dcterms:modified xsi:type="dcterms:W3CDTF">2026-05-12T00:20:24Z</dcterms:modified>
</cp:coreProperties>
</file>